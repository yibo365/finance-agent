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uery1.finance.yahoo.com/v8/finance/chart/NVDA?period1=1625443200&amp;period2=1783296000&amp;interval=1d&amp;events=history" TargetMode="External"/><Relationship Id="rId3" Type="http://schemas.openxmlformats.org/officeDocument/2006/relationships/hyperlink" Target="https://www.history.com/this-day-in-history/november-30/chatgpt-released-openai" TargetMode="External"/><Relationship Id="rId4" Type="http://schemas.openxmlformats.org/officeDocument/2006/relationships/hyperlink" Target="https://www.linkedin.com/posts/bella-l-552773243_due-to-the-surge-in-demand-in-the-ai-market-activity-7119992013516673024-aQlf" TargetMode="External"/><Relationship Id="rId5" Type="http://schemas.openxmlformats.org/officeDocument/2006/relationships/hyperlink" Target="https://www.cnbc.com/2025/01/27/nvidia-falls-10percent-in-premarket-trading-as-chinas-deepseek-triggers-global-tech-sell-off.html" TargetMode="External"/><Relationship Id="rId6" Type="http://schemas.openxmlformats.org/officeDocument/2006/relationships/hyperlink" Target="https://hn.algolia.com/api/v1/search_by_date?query=nvidia&amp;tags=story&amp;hitsPerPage=30&amp;numericFilters=created_at_i%3E%3D1628726400%2Ccreated_at_i%3C%3D1640044799" TargetMode="External"/><Relationship Id="rId7" Type="http://schemas.openxmlformats.org/officeDocument/2006/relationships/hyperlink" Target="https://www.searchenginejournal.com/gpt-4-is-multimodal/481993" TargetMode="External"/><Relationship Id="rId8" Type="http://schemas.openxmlformats.org/officeDocument/2006/relationships/hyperlink" Target="https://hn.algolia.com/api/v1/search_by_date?query=nvidia&amp;tags=story&amp;hitsPerPage=30&amp;numericFilters=created_at_i%3E%3D1640995200%2Ccreated_at_i%3C%3D1656633599" TargetMode="External"/><Relationship Id="rId9" Type="http://schemas.openxmlformats.org/officeDocument/2006/relationships/hyperlink" Target="https://hn.algolia.com/api/v1/search_by_date?query=GPU&amp;tags=story&amp;hitsPerPage=30&amp;numericFilters=created_at_i%3E%3D1628726400%2Ccreated_at_i%3C%3D1640044799" TargetMode="External"/><Relationship Id="rId10" Type="http://schemas.openxmlformats.org/officeDocument/2006/relationships/hyperlink" Target="https://hn.algolia.com/api/v1/search_by_date?query=nvidia&amp;tags=story&amp;hitsPerPage=30&amp;numericFilters=created_at_i%3E%3D1656633600%2Ccreated_at_i%3C%3D1672531199" TargetMode="External"/><Relationship Id="rId11" Type="http://schemas.openxmlformats.org/officeDocument/2006/relationships/hyperlink" Target="https://hn.algolia.com/api/v1/search_by_date?query=H100&amp;tags=story&amp;hitsPerPage=20&amp;numericFilters=created_at_i%3E%3D1646092800%2Ccreated_at_i%3C%3D1651363199" TargetMode="External"/><Relationship Id="rId12" Type="http://schemas.openxmlformats.org/officeDocument/2006/relationships/hyperlink" Target="https://hn.algolia.com/api/v1/search_by_date?query=export+control&amp;tags=story&amp;hitsPerPage=20&amp;numericFilters=created_at_i%3E%3D1661990400%2Ccreated_at_i%3C%3D1668556799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n.algolia.com/api/v1/search_by_date?query=nvidia+GTC&amp;tags=story&amp;hitsPerPage=20&amp;numericFilters=created_at_i%3E%3D1647302400%2Ccreated_at_i%3C%3D1650067199" TargetMode="External"/><Relationship Id="rId3" Type="http://schemas.openxmlformats.org/officeDocument/2006/relationships/hyperlink" Target="https://hn.algolia.com/api/v1/search_by_date?query=chatgpt&amp;tags=story&amp;hitsPerPage=20&amp;numericFilters=created_at_i%3E%3D1668902400%2Ccreated_at_i%3C%3D1671148799" TargetMode="External"/><Relationship Id="rId4" Type="http://schemas.openxmlformats.org/officeDocument/2006/relationships/hyperlink" Target="https://hn.algolia.com/api/v1/search_by_date?query=nvidia&amp;tags=story&amp;hitsPerPage=30&amp;numericFilters=created_at_i%3E%3D1672531200%2Ccreated_at_i%3C%3D1688169599" TargetMode="External"/><Relationship Id="rId5" Type="http://schemas.openxmlformats.org/officeDocument/2006/relationships/hyperlink" Target="https://hn.algolia.com/api/v1/search_by_date?query=nvidia+trillion&amp;tags=story&amp;hitsPerPage=20&amp;numericFilters=created_at_i%3E%3D1682899200%2Ccreated_at_i%3C%3D1690847999" TargetMode="External"/><Relationship Id="rId6" Type="http://schemas.openxmlformats.org/officeDocument/2006/relationships/hyperlink" Target="https://hn.algolia.com/api/v1/search_by_date?query=nvidia&amp;tags=story&amp;hitsPerPage=30&amp;numericFilters=created_at_i%3E%3D1672531200%2Ccreated_at_i%3C%3D1682899199" TargetMode="External"/><Relationship Id="rId7" Type="http://schemas.openxmlformats.org/officeDocument/2006/relationships/hyperlink" Target="https://hn.algolia.com/api/v1/search_by_date?query=nvidia&amp;tags=story&amp;hitsPerPage=20&amp;numericFilters=created_at_i%3E%3D1693526400%2Ccreated_at_i%3C%3D1704067199" TargetMode="External"/><Relationship Id="rId8" Type="http://schemas.openxmlformats.org/officeDocument/2006/relationships/hyperlink" Target="https://www.cnbc.com/2023/05/24/nvidia-nvda-earnings-report-q1-2024.html" TargetMode="External"/><Relationship Id="rId9" Type="http://schemas.openxmlformats.org/officeDocument/2006/relationships/hyperlink" Target="https://hn.algolia.com/api/v1/search_by_date?query=blackwell&amp;tags=story&amp;hitsPerPage=30&amp;numericFilters=created_at_i%3E%3D1709251200%2Ccreated_at_i%3C%3D1719791999" TargetMode="External"/><Relationship Id="rId10" Type="http://schemas.openxmlformats.org/officeDocument/2006/relationships/hyperlink" Target="https://hn.algolia.com/api/v1/search_by_date?query=nvidia&amp;tags=story&amp;hitsPerPage=20&amp;numericFilters=created_at_i%3E%3D1715731200%2Ccreated_at_i%3C%3D1722470399" TargetMode="External"/><Relationship Id="rId11" Type="http://schemas.openxmlformats.org/officeDocument/2006/relationships/hyperlink" Target="https://cash.app/help/01122213-nvidia-nvda-10for1-stock-split" TargetMode="External"/><Relationship Id="rId12" Type="http://schemas.openxmlformats.org/officeDocument/2006/relationships/hyperlink" Target="https://hn.algolia.com/api/v1/search_by_date?query=nvidia&amp;tags=story&amp;hitsPerPage=20&amp;numericFilters=created_at_i%3E%3D1736899200%2Ccreated_at_i%3C%3D1746057599" TargetMode="External"/><Relationship Id="rId13" Type="http://schemas.openxmlformats.org/officeDocument/2006/relationships/hyperlink" Target="https://hn.algolia.com/api/v1/search_by_date?query=deepseek&amp;tags=story&amp;hitsPerPage=30&amp;numericFilters=created_at_i%3E%3D1736899200%2Ccreated_at_i%3C%3D1742083199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n.algolia.com/api/v1/search_by_date?query=deepseek&amp;tags=story&amp;hitsPerPage=20&amp;numericFilters=created_at_i%3E%3D1737331200%2Ccreated_at_i%3C%3D1739231999" TargetMode="External"/><Relationship Id="rId3" Type="http://schemas.openxmlformats.org/officeDocument/2006/relationships/hyperlink" Target="https://fortune.com/2025/01/27/nvidia-deepseek-rout-tech-stocks" TargetMode="External"/><Relationship Id="rId4" Type="http://schemas.openxmlformats.org/officeDocument/2006/relationships/hyperlink" Target="https://hn.algolia.com/api/v1/search_by_date?query=nvidia&amp;tags=story&amp;hitsPerPage=20&amp;numericFilters=created_at_i%3E%3D1761350400%2Ccreated_at_i%3C%3D1767657599" TargetMode="External"/><Relationship Id="rId5" Type="http://schemas.openxmlformats.org/officeDocument/2006/relationships/hyperlink" Target="https://hn.algolia.com/api/v1/search_by_date?query=nvidia&amp;tags=story&amp;hitsPerPage=20&amp;numericFilters=created_at_i%3E%3D1771718400%2Ccreated_at_i%3C%3D1783295999" TargetMode="External"/><Relationship Id="rId6" Type="http://schemas.openxmlformats.org/officeDocument/2006/relationships/hyperlink" Target="https://www.youtube.com/watch?v=_waPvOwL9Z8" TargetMode="External"/><Relationship Id="rId7" Type="http://schemas.openxmlformats.org/officeDocument/2006/relationships/hyperlink" Target="https://techcrunch.com/2025/04/15/nvidia-h20-chip-exports-hit-with-license-requirement-by-us-governmen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2121408"/>
            <a:ext cx="960120" cy="54864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395728"/>
            <a:ext cx="10984687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2733"/>
                </a:solidFill>
                <a:latin typeface="Helvetica Neue"/>
                <a:ea typeface="PingFang SC"/>
              </a:rPr>
              <a:t>NVDA：AI叙事驱动的五年极端波动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4160520"/>
            <a:ext cx="1098468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B81"/>
                </a:solidFill>
                <a:latin typeface="Helvetica Neue"/>
                <a:ea typeface="PingFang SC"/>
              </a:rPr>
              <a:t>2021.07–2026.07 行情复盘 · 40变化点×14事件对齐 · 决策框架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126480"/>
            <a:ext cx="1098468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81"/>
                </a:solidFill>
                <a:latin typeface="Helvetica Neue"/>
                <a:ea typeface="PingFang SC"/>
              </a:rPr>
              <a:t>finance-agent 研究产物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84367" y="2697480"/>
            <a:ext cx="822960" cy="50292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971800"/>
            <a:ext cx="109846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2733"/>
                </a:solidFill>
                <a:latin typeface="Helvetica Neue"/>
                <a:ea typeface="PingFang SC"/>
              </a:rPr>
              <a:t>01 核心结论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三个核心判断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AI叙事是NVDA五年行情的第一驱动力：ChatGPT（2022.11）至Blackwell（2024.03）期间，事件与行情方向吻合度最高，rally/accel_up占比8/11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DeepSeek冲击（2025-01-27）是研究期内最极端事件：单日-16.97%、-5.9σ偏离、蒸发约$6000亿市值——但次日即+8.93%修复，反映市场对AI算力叙事的高度敏感与流动性深度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事件覆盖存在显著缺口：40个变化点中match=3、partial=10、none=27；2021H2与2025Q1后事件完全空白，大量行情波动缺乏事件解释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溯源：ev-s-20260705-05ef-2、ev-s-20260705-05ef-26、ev-s-20260705-05ef-5  ｜  match：事件与变化点方向一致且时间吻合；partial：时间接近但方向相悖或传导链较长；none：无对应事件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84367" y="2697480"/>
            <a:ext cx="822960" cy="50292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971800"/>
            <a:ext cx="109846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2733"/>
                </a:solidFill>
                <a:latin typeface="Helvetica Neue"/>
                <a:ea typeface="PingFang SC"/>
              </a:rPr>
              <a:t>02 关键里程碑与市场反应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关键AI事件×NVDA行情对照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" y="1371600"/>
          <a:ext cx="10984685" cy="3529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4357"/>
                <a:gridCol w="2072582"/>
                <a:gridCol w="2072582"/>
                <a:gridCol w="2072582"/>
                <a:gridCol w="207258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时间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事件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方向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NVDA行情反应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对齐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2021-12-02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FTC起诉阻止ARM收购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↓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12月回撤-15.6%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match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2022-03-22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GTC 2022: H100发布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↑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反弹+16.1%（提前交易）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partial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2022-10-07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对华出口管制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↓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反弹+18.1%（利空出尽）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partial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2022-11-30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ChatGPT发布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↑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反弹+17.6%（传导滞后）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partial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2023-05-24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Q1 FY2024财报超预期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↑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加速上涨+4.97%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partial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2024-03-18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Blackwell发布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↑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回撤-19.8%（买预期卖事实）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partial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2025-01-27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DeepSeek R1冲击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↓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单日-17%，-5.9σ极端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match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2025-02-26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Q4 FY2025财报超预期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↑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回撤-18.6%（利好兑现）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partial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溯源：ev-s-20260705-05ef-6、ev-s-20260705-05ef-13、ev-s-20260705-05ef-12、ev-s-20260705-05ef-3、ev-s-20260705-05ef-19、ev-s-20260705-05ef-20、ev-s-20260705-05ef-26、ev-s-20260705-05ef-23  ｜  方向：↑利好/↓利空；对齐判定来自变化点×事件对齐矩阵（3match/10partial/27none）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DeepSeek冲击：-5.9σ的极端事件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2025-01-27：NVDA单日-16.97%，前21日分布-5.9σ，市值蒸发约$6000亿，创美股历史最大单日损失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触发逻辑：DeepSeek R1宣称训练成本仅$560万，市场恐慌AI算力需求被高估——'AI斯普特尼克时刻'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次日（01-28）即反弹+8.93%（+2.0σ）：过度恐慌后的急速修正，体现NVDA作为AI核心资产的市场深度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此后两周（至02-13）完成+16.0%反弹，Q4财报（02-26）Blackwell需求'惊人'进一步确认AI算力叙事未破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溯源：ev-s-20260705-05ef-26、ev-s-20260705-05ef-5、ev-s-20260705-05ef-2  ｜  DeepSeek事件是研究期内唯一同时触发accel_down(-5.9σ)与drawdown(-20.8%)两个变化点的单一事件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ChatGPT→Blackwell：AI叙事上升期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ChatGPT（2022-11-30）→ GPT-4（2023-03-14）→ Q1财报（2023-05-24）：三重催化推动NVDA市值突破$1万亿（2023-05-30）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GTC 2024 Blackwell（2024-03-18）：B200拥有2080亿晶体管，AI性能20 petaflops，较H100提升2-5倍——'新工业革命引擎'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Computex 2024 Rubin预告（2024-06-02）：年度AI芯片迭代节奏确立，强化长期技术领先预期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上升期变化点以rally/accel_up为主（8/11），事件与行情方向吻合度显著高于其他时段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溯源：ev-s-20260705-05ef-3、ev-s-20260705-05ef-7、ev-s-20260705-05ef-19、ev-s-20260705-05ef-16、ev-s-20260705-05ef-20  ｜  该时期是事件覆盖最密集、方向一致性最高的时段，但2024-04-19 drawdown(-19.8%)提示'买预期卖事实'风险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84367" y="2697480"/>
            <a:ext cx="822960" cy="50292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971800"/>
            <a:ext cx="109846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2733"/>
                </a:solidFill>
                <a:latin typeface="Helvetica Neue"/>
                <a:ea typeface="PingFang SC"/>
              </a:rPr>
              <a:t>03 变化点×事件对齐全貌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对齐结论汇总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" y="1371600"/>
          <a:ext cx="10984685" cy="1609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20951"/>
                <a:gridCol w="2554578"/>
                <a:gridCol w="2554578"/>
                <a:gridCol w="255457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判定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数量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占比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典型示例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match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3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7.5%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DeepSeek(×2)、FTC起诉ARM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partial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10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25.0%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ChatGPT传导滞后、Blackwell买预期卖事实、出口管制利空出尽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none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27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67.5%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2021H2空白(8点)、2022Q2-Q3(5点)、2024H2(4点)、2025-2026全空白(7点)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溯源：ev-s-20260705-05ef-2  ｜  match=方向一致+时间吻合；partial=时间接近但方向相悖或传导链长；none=无对应事件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局限性：当前分析的覆盖边界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2021年7–11月事件完全空白：8个变化点无事件可对应（芯片短缺/加密货币挖矿相关事件未收录在材料中）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2025年3月–2026年7月事件空白：最后7个变化点全部为none，包括2025-12-12 drawdown(-15.5%)与2026-06-23 drawdown(-15.1%)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14条事件仅覆盖2021-12至2025-02（约38个月/60个月），五年研究期中约37%时段无事件数据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结论适用条件：当AI行业事件数据完整覆盖时，NVDA行情与事件的吻合逻辑成立；覆盖缺口期间无法验证，缺口期内行情波动可能由宏观因素（利率、贸易政策等）驱动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溯源：ev-s-20260705-05ef-2  ｜  建议上游补检索：2021H2芯片短缺/加密、2022年美联储加息、2024H2 Blackwell量产进展、2025-2026 Rubin平台及财报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ev-s-20260705-05ef-1［market_data］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2"/>
                <a:ea typeface="PingFang SC"/>
              </a:rPr>
              <a:t>https://query1.finance.yahoo.com/v8/finance/chart/NVDA?period1=1625443200&amp;period2=1783296000&amp;interval=1d&amp;events=history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（2026-07-05T12:34:53+00:00）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ev-s-20260705-05ef-2［computation］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evidence:ev-s-20260705-05ef-1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（2026-07-05T12:34:57+00:00）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ev-s-20260705-05ef-3［search］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3"/>
                <a:ea typeface="PingFang SC"/>
              </a:rPr>
              <a:t>https://www.history.com/this-day-in-history/november-30/chatgpt-released-openai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（2026-07-05T12:36:07+00:00）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ev-s-20260705-05ef-4［search］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4"/>
                <a:ea typeface="PingFang SC"/>
              </a:rPr>
              <a:t>https://www.linkedin.com/posts/bella-l-552773243_due-to-the-surge-in-demand-in-the-ai-market-activity-7119992013516673024-aQlf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（2026-07-05T12:36:07+00:00）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ev-s-20260705-05ef-5［search］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5"/>
                <a:ea typeface="PingFang SC"/>
              </a:rPr>
              <a:t>https://www.cnbc.com/2025/01/27/nvidia-falls-10percent-in-premarket-trading-as-chinas-deepseek-triggers-global-tech-sell-off.html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（2026-07-05T12:36:07+00:00）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ev-s-20260705-05ef-6［news］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6"/>
                <a:ea typeface="PingFang SC"/>
              </a:rPr>
              <a:t>https://hn.algolia.com/api/v1/search_by_date?query=nvidia&amp;tags=story&amp;hitsPerPage=30&amp;numericFilters=created_at_i%3E%3D1628726400%2Ccreated_at_i%3C%3D1640044799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（2026-07-05T12:36:13+00:00）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ev-s-20260705-05ef-7［search］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7"/>
                <a:ea typeface="PingFang SC"/>
              </a:rPr>
              <a:t>https://www.searchenginejournal.com/gpt-4-is-multimodal/481993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（2026-07-05T12:36:13+00:00）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ev-s-20260705-05ef-8［news］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8"/>
                <a:ea typeface="PingFang SC"/>
              </a:rPr>
              <a:t>https://hn.algolia.com/api/v1/search_by_date?query=nvidia&amp;tags=story&amp;hitsPerPage=30&amp;numericFilters=created_at_i%3E%3D1640995200%2Ccreated_at_i%3C%3D1656633599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（2026-07-05T12:36:23+00:00）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ev-s-20260705-05ef-9［news］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9"/>
                <a:ea typeface="PingFang SC"/>
              </a:rPr>
              <a:t>https://hn.algolia.com/api/v1/search_by_date?query=GPU&amp;tags=story&amp;hitsPerPage=30&amp;numericFilters=created_at_i%3E%3D1628726400%2Ccreated_at_i%3C%3D1640044799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（2026-07-05T12:36:23+00:00）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ev-s-20260705-05ef-10［news］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0"/>
                <a:ea typeface="PingFang SC"/>
              </a:rPr>
              <a:t>https://hn.algolia.com/api/v1/search_by_date?query=nvidia&amp;tags=story&amp;hitsPerPage=30&amp;numericFilters=created_at_i%3E%3D1656633600%2Ccreated_at_i%3C%3D1672531199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（2026-07-05T12:36:35+00:00）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ev-s-20260705-05ef-11［news］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1"/>
                <a:ea typeface="PingFang SC"/>
              </a:rPr>
              <a:t>https://hn.algolia.com/api/v1/search_by_date?query=H100&amp;tags=story&amp;hitsPerPage=20&amp;numericFilters=created_at_i%3E%3D1646092800%2Ccreated_at_i%3C%3D1651363199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（2026-07-05T12:36:35+00:00）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ev-s-20260705-05ef-12［news］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2"/>
                <a:ea typeface="PingFang SC"/>
              </a:rPr>
              <a:t>https://hn.algolia.com/api/v1/search_by_date?query=export+control&amp;tags=story&amp;hitsPerPage=20&amp;numericFilters=created_at_i%3E%3D1661990400%2Ccreated_at_i%3C%3D1668556799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（2026-07-05T12:36:35+00:00）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ev-s-20260705-05ef-13［news］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2"/>
                <a:ea typeface="PingFang SC"/>
              </a:rPr>
              <a:t>https://hn.algolia.com/api/v1/search_by_date?query=nvidia+GTC&amp;tags=story&amp;hitsPerPage=20&amp;numericFilters=created_at_i%3E%3D1647302400%2Ccreated_at_i%3C%3D1650067199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（2026-07-05T12:36:45+00:00）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ev-s-20260705-05ef-14［news］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3"/>
                <a:ea typeface="PingFang SC"/>
              </a:rPr>
              <a:t>https://hn.algolia.com/api/v1/search_by_date?query=chatgpt&amp;tags=story&amp;hitsPerPage=20&amp;numericFilters=created_at_i%3E%3D1668902400%2Ccreated_at_i%3C%3D1671148799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（2026-07-05T12:36:45+00:00）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ev-s-20260705-05ef-15［news］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4"/>
                <a:ea typeface="PingFang SC"/>
              </a:rPr>
              <a:t>https://hn.algolia.com/api/v1/search_by_date?query=nvidia&amp;tags=story&amp;hitsPerPage=30&amp;numericFilters=created_at_i%3E%3D1672531200%2Ccreated_at_i%3C%3D1688169599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（2026-07-05T12:37:23+00:00）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ev-s-20260705-05ef-16［news］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5"/>
                <a:ea typeface="PingFang SC"/>
              </a:rPr>
              <a:t>https://hn.algolia.com/api/v1/search_by_date?query=nvidia+trillion&amp;tags=story&amp;hitsPerPage=20&amp;numericFilters=created_at_i%3E%3D1682899200%2Ccreated_at_i%3C%3D1690847999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（2026-07-05T12:37:29+00:00）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ev-s-20260705-05ef-17［news］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6"/>
                <a:ea typeface="PingFang SC"/>
              </a:rPr>
              <a:t>https://hn.algolia.com/api/v1/search_by_date?query=nvidia&amp;tags=story&amp;hitsPerPage=30&amp;numericFilters=created_at_i%3E%3D1672531200%2Ccreated_at_i%3C%3D1682899199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（2026-07-05T12:37:29+00:00）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ev-s-20260705-05ef-18［news］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7"/>
                <a:ea typeface="PingFang SC"/>
              </a:rPr>
              <a:t>https://hn.algolia.com/api/v1/search_by_date?query=nvidia&amp;tags=story&amp;hitsPerPage=20&amp;numericFilters=created_at_i%3E%3D1693526400%2Ccreated_at_i%3C%3D1704067199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（2026-07-05T12:37:36+00:00）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ev-s-20260705-05ef-19［search］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8"/>
                <a:ea typeface="PingFang SC"/>
              </a:rPr>
              <a:t>https://www.cnbc.com/2023/05/24/nvidia-nvda-earnings-report-q1-2024.html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（2026-07-05T12:37:38+00:00）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ev-s-20260705-05ef-20［news］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9"/>
                <a:ea typeface="PingFang SC"/>
              </a:rPr>
              <a:t>https://hn.algolia.com/api/v1/search_by_date?query=blackwell&amp;tags=story&amp;hitsPerPage=30&amp;numericFilters=created_at_i%3E%3D1709251200%2Ccreated_at_i%3C%3D1719791999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（2026-07-05T12:38:21+00:00）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ev-s-20260705-05ef-21［news］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0"/>
                <a:ea typeface="PingFang SC"/>
              </a:rPr>
              <a:t>https://hn.algolia.com/api/v1/search_by_date?query=nvidia&amp;tags=story&amp;hitsPerPage=20&amp;numericFilters=created_at_i%3E%3D1715731200%2Ccreated_at_i%3C%3D1722470399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（2026-07-05T12:38:26+00:00）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ev-s-20260705-05ef-22［search］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1"/>
                <a:ea typeface="PingFang SC"/>
              </a:rPr>
              <a:t>https://cash.app/help/01122213-nvidia-nvda-10for1-stock-split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（2026-07-05T12:38:28+00:00）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ev-s-20260705-05ef-23［news］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2"/>
                <a:ea typeface="PingFang SC"/>
              </a:rPr>
              <a:t>https://hn.algolia.com/api/v1/search_by_date?query=nvidia&amp;tags=story&amp;hitsPerPage=20&amp;numericFilters=created_at_i%3E%3D1736899200%2Ccreated_at_i%3C%3D1746057599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（2026-07-05T12:38:46+00:00）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ev-s-20260705-05ef-24［news］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3"/>
                <a:ea typeface="PingFang SC"/>
              </a:rPr>
              <a:t>https://hn.algolia.com/api/v1/search_by_date?query=deepseek&amp;tags=story&amp;hitsPerPage=30&amp;numericFilters=created_at_i%3E%3D1736899200%2Ccreated_at_i%3C%3D1742083199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（2026-07-05T12:38:46+00:00）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ev-s-20260705-05ef-25［news］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2"/>
                <a:ea typeface="PingFang SC"/>
              </a:rPr>
              <a:t>https://hn.algolia.com/api/v1/search_by_date?query=deepseek&amp;tags=story&amp;hitsPerPage=20&amp;numericFilters=created_at_i%3E%3D1737331200%2Ccreated_at_i%3C%3D1739231999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（2026-07-05T12:38:55+00:00）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ev-s-20260705-05ef-26［search］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3"/>
                <a:ea typeface="PingFang SC"/>
              </a:rPr>
              <a:t>https://fortune.com/2025/01/27/nvidia-deepseek-rout-tech-stocks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（2026-07-05T12:38:57+00:00）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ev-s-20260705-05ef-27［news］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4"/>
                <a:ea typeface="PingFang SC"/>
              </a:rPr>
              <a:t>https://hn.algolia.com/api/v1/search_by_date?query=nvidia&amp;tags=story&amp;hitsPerPage=20&amp;numericFilters=created_at_i%3E%3D1761350400%2Ccreated_at_i%3C%3D1767657599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（2026-07-05T12:39:16+00:00）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ev-s-20260705-05ef-28［news］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5"/>
                <a:ea typeface="PingFang SC"/>
              </a:rPr>
              <a:t>https://hn.algolia.com/api/v1/search_by_date?query=nvidia&amp;tags=story&amp;hitsPerPage=20&amp;numericFilters=created_at_i%3E%3D1771718400%2Ccreated_at_i%3C%3D1783295999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（2026-07-05T12:39:16+00:00）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ev-s-20260705-05ef-29［search］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6"/>
                <a:ea typeface="PingFang SC"/>
              </a:rPr>
              <a:t>https://www.youtube.com/watch?v=_waPvOwL9Z8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（2026-07-05T12:39:29+00:00）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ev-s-20260705-05ef-30［search］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7"/>
                <a:ea typeface="PingFang SC"/>
              </a:rPr>
              <a:t>https://techcrunch.com/2025/04/15/nvidia-h20-chip-exports-hit-with-license-requirement-by-us-government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（2026-07-05T12:39:29+00:00）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NVDA：AI叙事驱动的五年极端波动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