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2121408"/>
            <a:ext cx="960120" cy="54864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395728"/>
            <a:ext cx="1098468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2733"/>
                </a:solidFill>
                <a:latin typeface="Helvetica Neue"/>
                <a:ea typeface="PingFang SC"/>
              </a:rPr>
              <a:t>NVDA：AI算力军备竞赛的五年——事件驱动的行情复盘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4160520"/>
            <a:ext cx="1098468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B81"/>
                </a:solidFill>
                <a:latin typeface="Helvetica Neue"/>
                <a:ea typeface="PingFang SC"/>
              </a:rPr>
              <a:t>2021-07 至 2026-07 | 40 事件 × 40 变化点对齐分析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126480"/>
            <a:ext cx="1098468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81"/>
                </a:solidFill>
                <a:latin typeface="Helvetica Neue"/>
                <a:ea typeface="PingFang SC"/>
              </a:rPr>
              <a:t>finance-agent 研究产物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五项核心发现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42.5% 的变化点（17/40）与 AI 事件形成高度匹配（match），产品发布类事件上行匹配率最高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DeepSeek-R1 低成本模型引发 NVDA 史上最大单日市值蒸发（-$600B），证明市场对"AI效率 vs GPU需求"高度敏感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出口管制持续升级构成最大地缘政治风险：A100/H100 → A800/H800 → HBM → Huawei Ascend，中国市场份额从 ~20-25% 持续压缩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约 40% 的变化点无法用 AI 事件解释，2022 年宏观因素（Fed 加息）和 2025-2026 事件空白期是主要缺口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年度芯片架构迭代（Hopper→Blackwell→Vera Rubin→Feynman）已成为市场定价的核心锚点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溯源：ev-s-20260705-0376-2、ev-s-20260705-0376-64、ev-s-20260705-0376-33、ev-s-20260705-0376-25、ev-s-20260705-0376-48  ｜  基于 mat-alignment-2 对齐矩阵：match 17 / partial 7 / none 16。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行情五阶段概览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五阶段：从元宇宙预热到效率冲击（2021-2026）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阶段一（2021H2）：元宇宙预热——Meta 更名 + Omniverse CGI 展示，Q3 FY2022 数据中心 +55%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阶段二（2022）：AI 基础设施奠基——Hopper H100 发布，数据中心首次超越游戏，ChatGPT 年末引爆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阶段三（2023）：AI 算力军备竞赛——Q1 FY2024 "iPhone 时刻"，营收指引 $11B vs 预期 $7.15B，出口管制升级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阶段四（2024）：Blackwell 时代与市值登顶——市值突破 $3T 登顶全球第一，Blackwell 延期后修复，拆股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阶段五（2025-2026）：效率冲击与路线图重建信心——DeepSeek 引发 $600B 单日暴跌，GTC 2025 年度路线图重建长期信心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溯源：ev-s-20260705-0376-53、ev-s-20260705-0376-14、ev-s-20260705-0376-22、ev-s-20260705-0376-39、ev-s-20260705-0376-64、ev-s-20260705-0376-38  ｜  各阶段关键事件详见 Word 报告全文。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对齐结果分类统计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" y="1371600"/>
          <a:ext cx="10984685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0951"/>
                <a:gridCol w="2554578"/>
                <a:gridCol w="2554578"/>
                <a:gridCol w="255457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对齐判级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数量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占比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典型驱动事件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17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42.5%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ChatGPT, Hopper H100, Q1 FY2024 财报, DeepSeek-R1, FTC ARM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partial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7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17.5%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Megatron-Turing 530B, A800 特供, Run:AI, Blackwell 后反弹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none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16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40.0%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2022 宏观回撤, 2025-2026 事件空白期变化点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  ｜  来源：mat-alignment-2。match=时间吻合+方向一致；partial=边界或弱因果；none=无对应事件。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关键事件影响力排名（impact ≥ 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ChatGPT 发布（2022-11-30）：impact 5，引爆生成式 AI 革命，推动数据中心 GPU 需求预期急剧升温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DeepSeek-R1（2025-01-20）：impact 5，以 1/27 成本匹敌 OpenAI o1，挑战高端 GPU 需求逻辑，触发 -17% 暴跌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GTC 2022 Hopper H100（2022-03-22）：impact 5，AI 训练性能较 A100 提升 30 倍，奠定训练霸主地位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GTC 2024 Blackwell B200（2024-03-18）：impact 5，208B 晶体管、20 petaFLOPS，1.4 exaFLOPS 单机架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GTC 2025 Vera Rubin（2025-03-18）：impact 5，Blackwell Ultra→Rubin→Rubin Ultra→Feynman 至 2028 路线图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美国对华出口管制升级（2023-10-17）：impact 5，A800/H800 被禁，$5B 中国订单面临取消风险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溯源：ev-s-20260705-0376-16、ev-s-20260705-0376-33、ev-s-20260705-0376-14、ev-s-20260705-0376-39、ev-s-20260705-0376-38、ev-s-20260705-0376-25  ｜  impact 评级基于研究团队对事件市场影响力的综合判断，5 级为最高。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风险与边界条件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主要风险因素与结论适用边界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出口管制：从芯片到 HBM 到华为 Ascend 的持续升级，中国市场份额持续压缩（Q1 FY2026 损失 ~$5.5B）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AI 效率革命：低成本模型（DeepSeek 等）可能削弱高端 GPU 训练集群的 ROI 论证，市场对此高度敏感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产品周期风险：Blackwell B200 设计缺陷延期案例证明，先进制程和新架构的量产风险不可忽视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宏观因素干扰：约 40% 变化点无事件匹配，Fed 加息周期等宏观政策对 NVDA 行情有独立影响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事件覆盖空白：2025-06 至 2026-07 无事件材料，6 个变化点无法归因；GTC 2025 高影响事件与最近 rally 相距 16 个交易日超出匹配窗口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溯源：ev-s-20260705-0376-54、ev-s-20260705-0376-33、ev-s-20260705-0376-27、ev-s-20260705-0376-2  ｜  以上风险因素定义了本报告结论的适用边界：当行情主要由宏观驱动或事件滞后超过 10 个交易日时，基于 AI 事件的归因框架效力下降。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结论与后续观察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AI 产品周期是 NVDA 行情的核心驱动力，GTC 发布会前后的上行匹配率最高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地缘政治风险是最大下行风险来源，出口管制持续升级且呈不可逆趋势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市场在"AI 效率冲击"与"算力刚需"之间持续博弈——DeepSeek 事件与 GTC 路线图形成正反两面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观察一：Rubin Ultra（2027H2）和 Feynman（2028）的实际量产时间与市场提前定价行为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观察二：对华出口管制下一轮升级节点及特供版芯片策略的有效性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观察三：开源低成本模型的迭代速度对高端 GPU 训练集群 ROI 的边际影响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溯源：ev-s-20260705-0376-2、ev-s-20260705-0376-67、ev-s-20260705-0376-48、ev-s-20260705-0376-33  ｜  本报告不构成投资建议。所有结论基于 2021-07 至 2026-07 的历史数据，未来表现可能因未预见因素而显著不同。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ev-s-20260705-0376-1［market_data］https://query1.finance.yahoo.com/v8/finance/chart/NVDA?period1=1625443200&amp;period2=1783296000&amp;interval=1d&amp;events=history（2026-07-05T07:40:45+00:00）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ev-s-20260705-0376-2［computation］evidence:ev-s-20260705-0376-1（2026-07-05T07:40:52+00:00）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ev-s-20260705-0376-3［search］https://medium.com/@mayadakhatib/deepseek-r1-a-short-summary-73b6b8ced9cf（2026-07-05T07:41:58+00:00）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ev-s-20260705-0376-4［search］https://www.history.com/this-day-in-history/november-30/chatgpt-released-openai（2026-07-05T07:42:00+00:00）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ev-s-20260705-0376-5［search］https://www.tweaktown.com/news/96303/nvidia-teases-its-upcoming-gtc-2024-event-is-all-about-ai-expect-blackwell-b100-gpu-unveil/index.html（2026-07-05T07:42:00+00:00）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ev-s-20260705-0376-6［news］https://hn.algolia.com/api/v1/search_by_date?query=nvidia&amp;tags=story&amp;hitsPerPage=30&amp;numericFilters=created_at_i%3E%3D1628726400%2Ccreated_at_i%3C%3D1640044799（2026-07-05T07:42:06+00:00）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ev-s-20260705-0376-7［news］https://hn.algolia.com/api/v1/search_by_date?query=GPU&amp;tags=story&amp;hitsPerPage=30&amp;numericFilters=created_at_i%3E%3D1628726400%2Ccreated_at_i%3C%3D1640044799（2026-07-05T07:42:06+00:00）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ev-s-20260705-0376-8［news］https://hn.algolia.com/api/v1/search_by_date?query=nvidia+earnings&amp;tags=story&amp;hitsPerPage=30&amp;numericFilters=created_at_i%3E%3D1627776000%2Ccreated_at_i%3C%3D1638316799（2026-07-05T07:42:13+00:00）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ev-s-20260705-0376-9［news］https://hn.algolia.com/api/v1/search_by_date?query=crypto&amp;tags=story&amp;hitsPerPage=30&amp;numericFilters=created_at_i%3E%3D1628726400%2Ccreated_at_i%3C%3D1640044799（2026-07-05T07:42:13+00:00）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ev-s-20260705-0376-10［news］https://hn.algolia.com/api/v1/search_by_date?query=nvidia&amp;tags=story&amp;hitsPerPage=30&amp;numericFilters=created_at_i%3E%3D1643155200%2Ccreated_at_i%3C%3D1655769599（2026-07-05T07:42:30+00:00）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ev-s-20260705-0376-11［news］https://hn.algolia.com/api/v1/search_by_date?query=hopper&amp;tags=story&amp;hitsPerPage=30&amp;numericFilters=created_at_i%3E%3D1643155200%2Ccreated_at_i%3C%3D1655769599（2026-07-05T07:42:30+00:00）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ev-s-20260705-0376-12［news］https://hn.algolia.com/api/v1/search_by_date?query=GTC&amp;tags=story&amp;hitsPerPage=20&amp;numericFilters=created_at_i%3E%3D1647302400%2Ccreated_at_i%3C%3D1650067199（2026-07-05T07:42:36+00:00）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ev-s-20260705-0376-13［news］https://hn.algolia.com/api/v1/search_by_date?query=nvidia+arm&amp;tags=story&amp;hitsPerPage=20&amp;numericFilters=created_at_i%3E%3D1643673600%2Ccreated_at_i%3C%3D1646092799（2026-07-05T07:42:36+00:00）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ev-s-20260705-0376-14［news］https://hn.algolia.com/api/v1/search_by_date?query=H100&amp;tags=story&amp;hitsPerPage=20&amp;numericFilters=created_at_i%3E%3D1647302400%2Ccreated_at_i%3C%3D1650067199（2026-07-05T07:42:49+00:00）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ev-s-20260705-0376-15［search］https://www.youtube.com/watch?v=dCFm_YKw2WA（2026-07-05T07:42:52+00:00）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ev-s-20260705-0376-16［news］https://hn.algolia.com/api/v1/search_by_date?query=chatgpt&amp;tags=story&amp;hitsPerPage=20&amp;numericFilters=created_at_i%3E%3D1669161600%2Ccreated_at_i%3C%3D1671753599（2026-07-05T07:43:03+00:00）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ev-s-20260705-0376-17［news］https://hn.algolia.com/api/v1/search_by_date?query=nvidia&amp;tags=story&amp;hitsPerPage=30&amp;numericFilters=created_at_i%3E%3D1657584000%2Ccreated_at_i%3C%3D1672358399（2026-07-05T07:43:03+00:00）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ev-s-20260705-0376-18［news］https://hn.algolia.com/api/v1/search_by_date?query=RTX+4090&amp;tags=story&amp;hitsPerPage=20&amp;numericFilters=created_at_i%3E%3D1661990400%2Ccreated_at_i%3C%3D1669852799（2026-07-05T07:43:07+00:00）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ev-s-20260705-0376-19［news］https://hn.algolia.com/api/v1/search_by_date?query=export+control&amp;tags=story&amp;hitsPerPage=20&amp;numericFilters=created_at_i%3E%3D1661990400%2Ccreated_at_i%3C%3D1669852799（2026-07-05T07:43:07+00:00）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ev-s-20260705-0376-20［news］https://hn.algolia.com/api/v1/search_by_date?query=nvidia&amp;tags=story&amp;hitsPerPage=20&amp;numericFilters=created_at_i%3E%3D1672876800%2Ccreated_at_i%3C%3D1674172799（2026-07-05T07:43:23+00:00）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ev-s-20260705-0376-21［search］https://investor.nvidia.com/news/press-release-details/2023/NVIDIA-Announces-Upcoming-Events-for-Financial-Community-c994c9305/default.aspx（2026-07-05T07:43:24+00:00）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ev-s-20260705-0376-22［news］https://hn.algolia.com/api/v1/search_by_date?query=nvidia+earnings&amp;tags=story&amp;hitsPerPage=20&amp;numericFilters=created_at_i%3E%3D1683763200%2Ccreated_at_i%3C%3D1693612799（2026-07-05T07:43:38+00:00）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ev-s-20260705-0376-23［news］https://hn.algolia.com/api/v1/search_by_date?query=nvidia&amp;tags=story&amp;hitsPerPage=30&amp;numericFilters=created_at_i%3E%3D1683763200%2Ccreated_at_i%3C%3D1700092799（2026-07-05T07:43:38+00:00）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ev-s-20260705-0376-24［news］https://hn.algolia.com/api/v1/search_by_date?query=export&amp;tags=story&amp;hitsPerPage=20&amp;numericFilters=created_at_i%3E%3D1696118400%2Ccreated_at_i%3C%3D1699487999（2026-07-05T07:43:50+00:00）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ev-s-20260705-0376-25［news］https://hn.algolia.com/api/v1/search_by_date?query=nvidia+china&amp;tags=story&amp;hitsPerPage=20&amp;numericFilters=created_at_i%3E%3D1697328000%2Ccreated_at_i%3C%3D1699487999（2026-07-05T07:43:54+00:00）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ev-s-20260705-0376-26［news］https://hn.algolia.com/api/v1/search_by_date?query=nvidia&amp;tags=story&amp;hitsPerPage=30&amp;numericFilters=created_at_i%3E%3D1712880000%2Ccreated_at_i%3C%3D1714780799（2026-07-05T07:44:09+00:00）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ev-s-20260705-0376-27［news］https://hn.algolia.com/api/v1/search_by_date?query=Blackwell&amp;tags=story&amp;hitsPerPage=30&amp;numericFilters=created_at_i%3E%3D1709251200%2Ccreated_at_i%3C%3D1735689599（2026-07-05T07:51:43+00:00）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ev-s-20260705-0376-28［news］https://hn.algolia.com/api/v1/search_by_date?query=B100&amp;tags=story&amp;hitsPerPage=30&amp;numericFilters=created_at_i%3E%3D1704067200%2Ccreated_at_i%3C%3D1735689599（2026-07-05T07:51:43+00:00）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ev-s-20260705-0376-29［news］https://hn.algolia.com/api/v1/search_by_date?query=DeepSeek&amp;tags=story&amp;hitsPerPage=30&amp;numericFilters=created_at_i%3E%3D1733011200%2Ccreated_at_i%3C%3D1743465599（2026-07-05T07:51:43+00:00）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ev-s-20260705-0376-30［news］https://hn.algolia.com/api/v1/search_by_date?query=DeepSeek+V3&amp;tags=story&amp;hitsPerPage=20&amp;numericFilters=created_at_i%3E%3D1733011200%2Ccreated_at_i%3C%3D1736985599（2026-07-05T07:51:50+00:00）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ev-s-20260705-0376-31［news］https://hn.algolia.com/api/v1/search_by_date?query=GTC&amp;tags=story&amp;hitsPerPage=30&amp;numericFilters=created_at_i%3E%3D1709251200%2Ccreated_at_i%3C%3D1713225599（2026-07-05T07:51:50+00:00）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ev-s-20260705-0376-32［news］https://hn.algolia.com/api/v1/search_by_date?query=RTX&amp;tags=story&amp;hitsPerPage=30&amp;numericFilters=created_at_i%3E%3D1625097600%2Ccreated_at_i%3C%3D1635724799（2026-07-05T07:51:50+00:00）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ev-s-20260705-0376-33［news］https://hn.algolia.com/api/v1/search_by_date?query=DeepSeek+R1&amp;tags=story&amp;hitsPerPage=20&amp;numericFilters=created_at_i%3E%3D1737331200%2Ccreated_at_i%3C%3D1739231999（2026-07-05T07:51:50+00:00）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ev-s-20260705-0376-34［news］https://hn.algolia.com/api/v1/search_by_date?query=crypto&amp;tags=story&amp;hitsPerPage=20&amp;numericFilters=created_at_i%3E%3D1625097600%2Ccreated_at_i%3C%3D1635724799（2026-07-05T07:51:57+00:00）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ev-s-20260705-0376-35［news］https://hn.algolia.com/api/v1/search_by_date?query=Nvidia&amp;tags=story&amp;hitsPerPage=30&amp;numericFilters=created_at_i%3E%3D1710460800%2Ccreated_at_i%3C%3D1711929599（2026-07-05T07:51:57+00:00）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ev-s-20260705-0376-36［news］https://hn.algolia.com/api/v1/search_by_date?query=GTC&amp;tags=story&amp;hitsPerPage=30&amp;numericFilters=created_at_i%3E%3D1741996800%2Ccreated_at_i%3C%3D1743465599（2026-07-05T07:51:57+00:00）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ev-s-20260705-0376-37［news］https://hn.algolia.com/api/v1/search_by_date?query=DeepSeek&amp;tags=story&amp;hitsPerPage=30&amp;numericFilters=created_at_i%3E%3D1736899200%2Ccreated_at_i%3C%3D1738367999（2026-07-05T07:51:57+00:00）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ev-s-20260705-0376-38［news］https://hn.algolia.com/api/v1/search_by_date?query=Nvidia+GTC&amp;tags=story&amp;hitsPerPage=20&amp;numericFilters=created_at_i%3E%3D1742169600%2Ccreated_at_i%3C%3D1742687999（2026-07-05T07:52:06+00:00）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ev-s-20260705-0376-39［news］https://hn.algolia.com/api/v1/search_by_date?query=Blackwell&amp;tags=story&amp;hitsPerPage=20&amp;numericFilters=created_at_i%3E%3D1710720000%2Ccreated_at_i%3C%3D1711151999（2026-07-05T07:52:06+00:00）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ev-s-20260705-0376-40［news］https://hn.algolia.com/api/v1/search_by_date?query=DeepSeek+R1+release&amp;tags=story&amp;hitsPerPage=15&amp;numericFilters=created_at_i%3E%3D1737331200%2Ccreated_at_i%3C%3D1738108799（2026-07-05T07:52:07+00:00）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ev-s-20260705-0376-41［news］https://hn.algolia.com/api/v1/search_by_date?query=Nvidia&amp;tags=story&amp;hitsPerPage=30&amp;numericFilters=created_at_i%3E%3D1625097600%2Ccreated_at_i%3C%3D1635724799（2026-07-05T07:52:07+00:00）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ev-s-20260705-0376-42［news］https://hn.algolia.com/api/v1/search_by_date?query=GPU+shortage&amp;tags=story&amp;hitsPerPage=20&amp;numericFilters=created_at_i%3E%3D1625097600%2Ccreated_at_i%3C%3D1635724799（2026-07-05T07:52:15+00:00）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ev-s-20260705-0376-43［news］https://hn.algolia.com/api/v1/search_by_date?query=H200&amp;tags=story&amp;hitsPerPage=20&amp;numericFilters=created_at_i%3E%3D1714521600%2Ccreated_at_i%3C%3D1725148799（2026-07-05T07:52:16+00:00）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ev-s-20260705-0376-44［news］https://hn.algolia.com/api/v1/search_by_date?query=Rubin&amp;tags=story&amp;hitsPerPage=20&amp;numericFilters=created_at_i%3E%3D1714521600%2Ccreated_at_i%3C%3D1751327999（2026-07-05T07:52:16+00:00）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ev-s-20260705-0376-45［news］https://hn.algolia.com/api/v1/search_by_date?query=export+control&amp;tags=story&amp;hitsPerPage=20&amp;numericFilters=created_at_i%3E%3D1714521600%2Ccreated_at_i%3C%3D1767225599（2026-07-05T07:52:16+00:00）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ev-s-20260705-0376-46［news］https://hn.algolia.com/api/v1/search_by_date?query=Nvidia+stock+split&amp;tags=story&amp;hitsPerPage=20&amp;numericFilters=created_at_i%3E%3D1714521600%2Ccreated_at_i%3C%3D1722470399（2026-07-05T07:52:24+00:00）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ev-s-20260705-0376-47［news］https://hn.algolia.com/api/v1/search_by_date?query=Nvidia+earnings&amp;tags=story&amp;hitsPerPage=20&amp;numericFilters=created_at_i%3E%3D1714521600%2Ccreated_at_i%3C%3D1735689599（2026-07-05T07:52:24+00:00）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ev-s-20260705-0376-48［news］https://hn.algolia.com/api/v1/search_by_date?query=chip+ban&amp;tags=story&amp;hitsPerPage=20&amp;numericFilters=created_at_i%3E%3D1714521600%2Ccreated_at_i%3C%3D1751327999（2026-07-05T07:52:25+00:00）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ev-s-20260705-0376-49［news］https://hn.algolia.com/api/v1/search_by_date?query=Nvidia+H200&amp;tags=story&amp;hitsPerPage=20&amp;numericFilters=created_at_i%3E%3D1685577600%2Ccreated_at_i%3C%3D1719791999（2026-07-05T07:52:25+00:00）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ev-s-20260705-0376-50［news］https://hn.algolia.com/api/v1/search_by_date?query=Nvidia+mining&amp;tags=story&amp;hitsPerPage=20&amp;numericFilters=created_at_i%3E%3D1625097600%2Ccreated_at_i%3C%3D1635724799（2026-07-05T07:52:33+00:00）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ev-s-20260705-0376-51［news］https://hn.algolia.com/api/v1/search_by_date?query=Vera+Rubin&amp;tags=story&amp;hitsPerPage=20&amp;numericFilters=created_at_i%3E%3D1740787200%2Ccreated_at_i%3C%3D1751327999（2026-07-05T07:52:33+00:00）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ev-s-20260705-0376-52［news］https://hn.algolia.com/api/v1/search_by_date?query=metaverse&amp;tags=story&amp;hitsPerPage=20&amp;numericFilters=created_at_i%3E%3D1625097600%2Ccreated_at_i%3C%3D1635724799（2026-07-05T07:52:33+00:00）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ev-s-20260705-0376-53［news］https://hn.algolia.com/api/v1/search_by_date?query=Omniverse&amp;tags=story&amp;hitsPerPage=20&amp;numericFilters=created_at_i%3E%3D1625097600%2Ccreated_at_i%3C%3D1635724799（2026-07-05T07:52:38+00:00）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ev-s-20260705-0376-54［news］https://hn.algolia.com/api/v1/search_by_date?query=Nvidia+earnings+2025&amp;tags=story&amp;hitsPerPage=15&amp;numericFilters=created_at_i%3E%3D1735689600%2Ccreated_at_i%3C%3D1751327999（2026-07-05T07:52:45+00:00）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ev-s-20260705-0376-55［news］https://hn.algolia.com/api/v1/search_by_date?query=Nvidia+RTX+40&amp;tags=story&amp;hitsPerPage=15&amp;numericFilters=created_at_i%3E%3D1661990400%2Ccreated_at_i%3C%3D1669852799（2026-07-05T07:52:45+00:00）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ev-s-20260705-0376-56［news］https://hn.algolia.com/api/v1/search_by_date?query=DeepSeek+R1+January&amp;tags=story&amp;hitsPerPage=20&amp;numericFilters=created_at_i%3E%3D1737158400%2Ccreated_at_i%3C%3D1738454399（2026-07-05T07:52:45+00:00）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ev-s-20260705-0376-57［news］https://hn.algolia.com/api/v1/search_by_date?query=Nvidia+B20&amp;tags=story&amp;hitsPerPage=20&amp;numericFilters=created_at_i%3E%3D1704067200%2Ccreated_at_i%3C%3D1751327999（2026-07-05T07:52:46+00:00）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ev-s-20260705-0376-58［news］https://hn.algolia.com/api/v1/search_by_date?query=GB200+NVL72&amp;tags=story&amp;hitsPerPage=15&amp;numericFilters=created_at_i%3E%3D1709251200%2Ccreated_at_i%3C%3D1735689599（2026-07-05T07:52:53+00:00）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ev-s-20260705-0376-59［news］https://hn.algolia.com/api/v1/search_by_date?query=Llama+3&amp;tags=story&amp;hitsPerPage=15&amp;numericFilters=created_at_i%3E%3D1711929600%2Ccreated_at_i%3C%3D1722470399（2026-07-05T07:52:53+00:00）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ev-s-20260705-0376-60［news］https://hn.algolia.com/api/v1/search_by_date?query=GPT-4&amp;tags=story&amp;hitsPerPage=15&amp;numericFilters=created_at_i%3E%3D1677628800%2Ccreated_at_i%3C%3D1681603199（2026-07-05T07:52:53+00:00）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ev-s-20260705-0376-61［news］https://hn.algolia.com/api/v1/search_by_date?query=Nvidia+Q4+earnings&amp;tags=story&amp;hitsPerPage=10&amp;numericFilters=created_at_i%3E%3D1740009600%2Ccreated_at_i%3C%3D1741219199（2026-07-05T07:52:53+00:00）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ev-s-20260705-0376-62［news］https://hn.algolia.com/api/v1/search_by_date?query=Nvidia+market+cap&amp;tags=story&amp;hitsPerPage=15&amp;numericFilters=created_at_i%3E%3D1717200000%2Ccreated_at_i%3C%3D1719791999（2026-07-05T07:53:11+00:00）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ev-s-20260705-0376-63［news］https://hn.algolia.com/api/v1/search_by_date?query=Facebook+Meta&amp;tags=story&amp;hitsPerPage=10&amp;numericFilters=created_at_i%3E%3D1635120000%2Ccreated_at_i%3C%3D1636156799（2026-07-05T07:53:11+00:00）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ev-s-20260705-0376-64［news］https://hn.algolia.com/api/v1/search_by_date?query=Nvidia+DeepSeek+stock&amp;tags=story&amp;hitsPerPage=15&amp;numericFilters=created_at_i%3E%3D1737763200%2Ccreated_at_i%3C%3D1738799999（2026-07-05T07:53:11+00:00）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ev-s-20260705-0376-65［news］https://hn.algolia.com/api/v1/search_by_date?query=OpenAI+o1&amp;tags=story&amp;hitsPerPage=15&amp;numericFilters=created_at_i%3E%3D1725148800%2Ccreated_at_i%3C%3D1735689599（2026-07-05T07:53:11+00:00）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ev-s-20260705-0376-66［news］https://hn.algolia.com/api/v1/search_by_date?query=Nvidia+Spectrum&amp;tags=story&amp;hitsPerPage=10&amp;numericFilters=created_at_i%3E%3D1714521600%2Ccreated_at_i%3C%3D1751327999（2026-07-05T07:54:22+00:00）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ev-s-20260705-0376-67［news］https://hn.algolia.com/api/v1/search_by_date?query=Nvidia+Rubin&amp;tags=story&amp;hitsPerPage=15&amp;numericFilters=created_at_i%3E%3D1740787200%2Ccreated_at_i%3C%3D1751327999（2026-07-05T07:54:22+00:00）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ev-s-20260705-0376-68［news］https://hn.algolia.com/api/v1/search_by_date?query=GPT-4o&amp;tags=story&amp;hitsPerPage=15&amp;numericFilters=created_at_i%3E%3D1714521600%2Ccreated_at_i%3C%3D1718495999（2026-07-05T07:54:22+00:00）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ev-s-20260705-0376-69［news］https://hn.algolia.com/api/v1/search_by_date?query=Llama+4&amp;tags=story&amp;hitsPerPage=15&amp;numericFilters=created_at_i%3E%3D1743465600%2Ccreated_at_i%3C%3D1751327999（2026-07-05T07:54:27+00:00）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ev-s-20260705-0376-70［news］https://hn.algolia.com/api/v1/search_by_date?query=OpenAI+o3&amp;tags=story&amp;hitsPerPage=10&amp;numericFilters=created_at_i%3E%3D1734220800%2Ccreated_at_i%3C%3D1736985599（2026-07-05T07:54:44+00:00）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ev-s-20260705-0376-71［news］https://hn.algolia.com/api/v1/search_by_date?query=Nvidia+GB300&amp;tags=story&amp;hitsPerPage=10&amp;numericFilters=created_at_i%3E%3D1733011200%2Ccreated_at_i%3C%3D1751327999（2026-07-05T07:54:44+00:00）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ev-s-20260705-0376-72［news］https://hn.algolia.com/api/v1/search_by_date?query=Claude+3.5&amp;tags=story&amp;hitsPerPage=10&amp;numericFilters=created_at_i%3E%3D1717200000%2Ccreated_at_i%3C%3D1722470399（2026-07-05T07:54:44+00:00）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NVDA：AI算力军备竞赛的五年——事件驱动的行情复盘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