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2121408"/>
            <a:ext cx="960120" cy="54864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395728"/>
            <a:ext cx="10984687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733"/>
                </a:solidFill>
                <a:latin typeface="Helvetica Neue"/>
                <a:ea typeface="PingFang SC"/>
              </a:rPr>
              <a:t>NVDA：AI叙事是五年行情的核心定价锚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4160520"/>
            <a:ext cx="1098468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B81"/>
                </a:solidFill>
                <a:latin typeface="Helvetica Neue"/>
                <a:ea typeface="PingFang SC"/>
              </a:rPr>
              <a:t>2021.07–2026.07 | 40 AI事件 × 40变化点 | 对齐结论：17 match / 7 partial / 16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12648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81"/>
                </a:solidFill>
                <a:latin typeface="Helvetica Neue"/>
                <a:ea typeface="PingFang SC"/>
              </a:rPr>
              <a:t>finance-agent 研究产物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一、分析框架：事件驱动 × 行情变化点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框架三要素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行情变化点（40个）：accel_up/down、rally、drawdown，确定性算法检测，severity≥2过滤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AI事件库（40个）：财报、产品发布、监管/出口管制、行业事件，覆盖2021-08至2025-05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对齐矩阵：±10交易日窗口 + 方向一致性 → match / partial / none 三级判定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  ｜  变化点检测由 changepoints.py 完成，min_severity=2，共检出150个，返回前40个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二、核心发现：42.5%事件-行情直接对齐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AI事件对NVDA行情具有高定价效率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match率42.5%（17/40）：事件与变化点时间吻合且方向一致，定价效率显著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财报与产品发布match率最高：Q1 FY2024（盘后+25%）、GTC 2022 Hopper H100、GTC 2024 Blackwell架构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监管事件解释力强但偶有滞后：FTC起诉ARM → -15.6%回撤；出口管制升级（2023-10-17）→ 多次下行冲击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DeepSeek-R1（2025-01-20）为最强单事件冲击：-5.9σ极端单日-16.97%，市值蒸发约$600B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溯源：ev-s-20260705-0376-2、ev-s-20260705-0376-22、ev-s-20260705-0376-14、ev-s-20260705-0376-6、ev-s-20260705-0376-33、ev-s-20260705-0376-37、ev-s-20260705-0376-64  ｜  DeepSeek-R1以OpenAI o1 1/27成本匹敌其推理能力，直接挑战高端GPU需求逻辑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五大关键事件 × 行情对照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" y="1371600"/>
          <a:ext cx="10984685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4357"/>
                <a:gridCol w="2072582"/>
                <a:gridCol w="2072582"/>
                <a:gridCol w="2072582"/>
                <a:gridCol w="20725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事件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日期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变化点类型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行情幅度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对齐结论</a:t>
                      </a:r>
                    </a:p>
                  </a:txBody>
                  <a:tcPr anchor="ctr" marL="91440" marR="91440" marT="36576" marB="36576">
                    <a:solidFill>
                      <a:srgbClr val="2A63E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DeepSeek-R1发布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2025-01-20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accel_down + drawdown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单日-16.97% / -20.8%回撤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match（-5.9σ极端）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GTC 2022 Hopper H100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2022-03-22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rally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+16.1%反弹（提前3日定价）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match（影响5级）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Q1 FY2024 财报超预期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2023-05-24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accel_up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提前+4.97% / 盘后+25%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match（量能3.5×均量）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对华出口管制升级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2023-10-17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rally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后续+15.5%反弹（H200对冲）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match（H200发布叠加）</a:t>
                      </a:r>
                    </a:p>
                  </a:txBody>
                  <a:tcPr anchor="ctr" marL="91440" marR="91440" marT="36576" marB="36576">
                    <a:solidFill>
                      <a:srgbClr val="F2F5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Blackwell B200设计缺陷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2024-08-05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drawdown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-15.7%回撤（提前8日定价）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3"/>
                          </a:solidFill>
                          <a:latin typeface="Helvetica Neue"/>
                          <a:ea typeface="PingFang SC"/>
                        </a:rPr>
                        <a:t>match（传闻提前定价）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溯源：ev-s-20260705-0376-33、ev-s-20260705-0376-37、ev-s-20260705-0376-64、ev-s-20260705-0376-14、ev-s-20260705-0376-15、ev-s-20260705-0376-22、ev-s-20260705-0376-25、ev-s-20260705-0376-23、ev-s-20260705-0376-27  ｜  出口管制升级后NVIDIA发布H200/H800中国特供版部分对冲利空；Blackwell缺陷已由Jensen Huang确认修复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84367" y="2697480"/>
            <a:ext cx="822960" cy="50292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971800"/>
            <a:ext cx="1098468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F2733"/>
                </a:solidFill>
                <a:latin typeface="Helvetica Neue"/>
                <a:ea typeface="PingFang SC"/>
              </a:rPr>
              <a:t>三、缺口、边界与反例条件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关键缺口：事件框架在何种情况下失效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16个变化点无事件匹配（40%）：2022年宏观驱动（Fed加息/通胀），事件库未覆盖宏观政策类事件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2025-04至2026-06共6个变化点完全无事件覆盖：事件库止于2025-05-28，需补检索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GTC 2025两项5级事件（Vera Rubin架构、Feynman路线图）未匹配任何变化点——市场反应滞后或被同期贸易政策波动稀释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7个partial匹配解释力有限：多为技术性超跌反弹，缺乏独立事件催化剂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溯源：ev-s-20260705-0376-2、ev-s-20260705-0376-38、ev-s-20260705-0376-67  ｜  2022年6个none变化点对应Fed加息周期，说明框架需补充宏观变量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800" b="1">
                <a:solidFill>
                  <a:srgbClr val="1F2733"/>
                </a:solidFill>
                <a:latin typeface="Helvetica Neue"/>
                <a:ea typeface="PingFang SC"/>
              </a:rPr>
              <a:t>结论：AI产品周期定价效率高，地缘政治与低成本替代为核心变量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核心驱动：AI产品周期（Hopper→Blackwell→Rubin→Feynman年度迭代）定价效率高，财报与GTC为最可靠上行催化剂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主要风险一：地缘政治——出口管制从A100→A800/H800→HBM逐轮升级，中国市场收入持续承压（Q1 FY2026损失约$5.5B）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主要风险二：低成本替代——DeepSeek范式证明无需数十亿美元GPU集群也能训练顶尖模型，挑战高端GPU需求逻辑</a:t>
            </a:r>
          </a:p>
          <a:p>
            <a:pPr algn="l" marL="228600" indent="-228600">
              <a:lnSpc>
                <a:spcPct val="120000"/>
              </a:lnSpc>
              <a:spcAft>
                <a:spcPts val="1000"/>
              </a:spcAft>
              <a:buFont typeface="Arial"/>
              <a:buChar char="•"/>
            </a:pPr>
            <a:r>
              <a:rPr sz="1800" b="0">
                <a:solidFill>
                  <a:srgbClr val="1F2733"/>
                </a:solidFill>
                <a:latin typeface="Helvetica Neue"/>
                <a:ea typeface="PingFang SC"/>
              </a:rPr>
              <a:t>失效条件：AI资本开支大幅收缩 / 出口管制覆盖全部市场 / 开源模型在性能与效率上完全替代高端GPU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455664"/>
            <a:ext cx="10436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B81"/>
                </a:solidFill>
                <a:latin typeface="Helvetica Neue"/>
                <a:ea typeface="PingFang SC"/>
              </a:rPr>
              <a:t>溯源：ev-s-20260705-0376-2、ev-s-20260705-0376-33、ev-s-20260705-0376-37、ev-s-20260705-0376-25、ev-s-20260705-0376-48、ev-s-20260705-0376-54、ev-s-20260705-0376-38、ev-s-20260705-0376-67  ｜  研究判断措辞，不做投资建议。框架适用前提：AI算力军备竞赛持续、NVIDIA保持制程与架构领先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ev-s-20260705-0376-1［market_data］https://query1.finance.yahoo.com/v8/finance/chart/NVDA?period1=1625443200&amp;period2=1783296000&amp;interval=1d&amp;events=history（2026-07-05T07:40:45+00:00）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ev-s-20260705-0376-2［computation］evidence:ev-s-20260705-0376-1（2026-07-05T07:40:52+00:00）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ev-s-20260705-0376-3［search］https://medium.com/@mayadakhatib/deepseek-r1-a-short-summary-73b6b8ced9cf（2026-07-05T07:41:58+00:00）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ev-s-20260705-0376-4［search］https://www.history.com/this-day-in-history/november-30/chatgpt-released-openai（2026-07-05T07:42:00+00:00）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ev-s-20260705-0376-5［search］https://www.tweaktown.com/news/96303/nvidia-teases-its-upcoming-gtc-2024-event-is-all-about-ai-expect-blackwell-b100-gpu-unveil/index.html（2026-07-05T07:42:00+00:00）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ev-s-20260705-0376-6［news］https://hn.algolia.com/api/v1/search_by_date?query=nvidia&amp;tags=story&amp;hitsPerPage=30&amp;numericFilters=created_at_i%3E%3D1628726400%2Ccreated_at_i%3C%3D1640044799（2026-07-05T07:42:06+00:00）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ev-s-20260705-0376-7［news］https://hn.algolia.com/api/v1/search_by_date?query=GPU&amp;tags=story&amp;hitsPerPage=30&amp;numericFilters=created_at_i%3E%3D1628726400%2Ccreated_at_i%3C%3D1640044799（2026-07-05T07:42:06+00:00）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ev-s-20260705-0376-8［news］https://hn.algolia.com/api/v1/search_by_date?query=nvidia+earnings&amp;tags=story&amp;hitsPerPage=30&amp;numericFilters=created_at_i%3E%3D1627776000%2Ccreated_at_i%3C%3D1638316799（2026-07-05T07:42:13+00:00）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ev-s-20260705-0376-9［news］https://hn.algolia.com/api/v1/search_by_date?query=crypto&amp;tags=story&amp;hitsPerPage=30&amp;numericFilters=created_at_i%3E%3D1628726400%2Ccreated_at_i%3C%3D1640044799（2026-07-05T07:42:13+00:00）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ev-s-20260705-0376-10［news］https://hn.algolia.com/api/v1/search_by_date?query=nvidia&amp;tags=story&amp;hitsPerPage=30&amp;numericFilters=created_at_i%3E%3D1643155200%2Ccreated_at_i%3C%3D1655769599（2026-07-05T07:42:30+00:00）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ev-s-20260705-0376-11［news］https://hn.algolia.com/api/v1/search_by_date?query=hopper&amp;tags=story&amp;hitsPerPage=30&amp;numericFilters=created_at_i%3E%3D1643155200%2Ccreated_at_i%3C%3D1655769599（2026-07-05T07:42:30+00:00）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ev-s-20260705-0376-12［news］https://hn.algolia.com/api/v1/search_by_date?query=GTC&amp;tags=story&amp;hitsPerPage=20&amp;numericFilters=created_at_i%3E%3D1647302400%2Ccreated_at_i%3C%3D1650067199（2026-07-05T07:42:36+00:00）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ev-s-20260705-0376-13［news］https://hn.algolia.com/api/v1/search_by_date?query=nvidia+arm&amp;tags=story&amp;hitsPerPage=20&amp;numericFilters=created_at_i%3E%3D1643673600%2Ccreated_at_i%3C%3D1646092799（2026-07-05T07:42:36+00:00）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ev-s-20260705-0376-14［news］https://hn.algolia.com/api/v1/search_by_date?query=H100&amp;tags=story&amp;hitsPerPage=20&amp;numericFilters=created_at_i%3E%3D1647302400%2Ccreated_at_i%3C%3D1650067199（2026-07-05T07:42:49+00:00）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ev-s-20260705-0376-15［search］https://www.youtube.com/watch?v=dCFm_YKw2WA（2026-07-05T07:42:52+00:00）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ev-s-20260705-0376-16［news］https://hn.algolia.com/api/v1/search_by_date?query=chatgpt&amp;tags=story&amp;hitsPerPage=20&amp;numericFilters=created_at_i%3E%3D1669161600%2Ccreated_at_i%3C%3D1671753599（2026-07-05T07:43:03+00:00）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ev-s-20260705-0376-17［news］https://hn.algolia.com/api/v1/search_by_date?query=nvidia&amp;tags=story&amp;hitsPerPage=30&amp;numericFilters=created_at_i%3E%3D1657584000%2Ccreated_at_i%3C%3D1672358399（2026-07-05T07:43:03+00:00）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ev-s-20260705-0376-18［news］https://hn.algolia.com/api/v1/search_by_date?query=RTX+4090&amp;tags=story&amp;hitsPerPage=20&amp;numericFilters=created_at_i%3E%3D1661990400%2Ccreated_at_i%3C%3D1669852799（2026-07-05T07:43:07+00:00）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ev-s-20260705-0376-19［news］https://hn.algolia.com/api/v1/search_by_date?query=export+control&amp;tags=story&amp;hitsPerPage=20&amp;numericFilters=created_at_i%3E%3D1661990400%2Ccreated_at_i%3C%3D1669852799（2026-07-05T07:43:07+00:00）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ev-s-20260705-0376-20［news］https://hn.algolia.com/api/v1/search_by_date?query=nvidia&amp;tags=story&amp;hitsPerPage=20&amp;numericFilters=created_at_i%3E%3D1672876800%2Ccreated_at_i%3C%3D1674172799（2026-07-05T07:43:23+00:00）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ev-s-20260705-0376-21［search］https://investor.nvidia.com/news/press-release-details/2023/NVIDIA-Announces-Upcoming-Events-for-Financial-Community-c994c9305/default.aspx（2026-07-05T07:43:24+00:00）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ev-s-20260705-0376-22［news］https://hn.algolia.com/api/v1/search_by_date?query=nvidia+earnings&amp;tags=story&amp;hitsPerPage=20&amp;numericFilters=created_at_i%3E%3D1683763200%2Ccreated_at_i%3C%3D1693612799（2026-07-05T07:43:38+00:00）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ev-s-20260705-0376-23［news］https://hn.algolia.com/api/v1/search_by_date?query=nvidia&amp;tags=story&amp;hitsPerPage=30&amp;numericFilters=created_at_i%3E%3D1683763200%2Ccreated_at_i%3C%3D1700092799（2026-07-05T07:43:38+00:00）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ev-s-20260705-0376-24［news］https://hn.algolia.com/api/v1/search_by_date?query=export&amp;tags=story&amp;hitsPerPage=20&amp;numericFilters=created_at_i%3E%3D1696118400%2Ccreated_at_i%3C%3D1699487999（2026-07-05T07:43:50+00:00）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ev-s-20260705-0376-25［news］https://hn.algolia.com/api/v1/search_by_date?query=nvidia+china&amp;tags=story&amp;hitsPerPage=20&amp;numericFilters=created_at_i%3E%3D1697328000%2Ccreated_at_i%3C%3D1699487999（2026-07-05T07:43:54+00:00）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ev-s-20260705-0376-26［news］https://hn.algolia.com/api/v1/search_by_date?query=nvidia&amp;tags=story&amp;hitsPerPage=30&amp;numericFilters=created_at_i%3E%3D1712880000%2Ccreated_at_i%3C%3D1714780799（2026-07-05T07:44:09+00:00）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ev-s-20260705-0376-27［news］https://hn.algolia.com/api/v1/search_by_date?query=Blackwell&amp;tags=story&amp;hitsPerPage=30&amp;numericFilters=created_at_i%3E%3D1709251200%2Ccreated_at_i%3C%3D1735689599（2026-07-05T07:51:43+00:00）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ev-s-20260705-0376-28［news］https://hn.algolia.com/api/v1/search_by_date?query=B100&amp;tags=story&amp;hitsPerPage=30&amp;numericFilters=created_at_i%3E%3D1704067200%2Ccreated_at_i%3C%3D1735689599（2026-07-05T07:51:43+00:00）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ev-s-20260705-0376-29［news］https://hn.algolia.com/api/v1/search_by_date?query=DeepSeek&amp;tags=story&amp;hitsPerPage=30&amp;numericFilters=created_at_i%3E%3D1733011200%2Ccreated_at_i%3C%3D1743465599（2026-07-05T07:51:43+00:00）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ev-s-20260705-0376-30［news］https://hn.algolia.com/api/v1/search_by_date?query=DeepSeek+V3&amp;tags=story&amp;hitsPerPage=20&amp;numericFilters=created_at_i%3E%3D1733011200%2Ccreated_at_i%3C%3D1736985599（2026-07-05T07:51:50+00:00）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ev-s-20260705-0376-31［news］https://hn.algolia.com/api/v1/search_by_date?query=GTC&amp;tags=story&amp;hitsPerPage=30&amp;numericFilters=created_at_i%3E%3D1709251200%2Ccreated_at_i%3C%3D1713225599（2026-07-05T07:51:50+00:00）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ev-s-20260705-0376-32［news］https://hn.algolia.com/api/v1/search_by_date?query=RTX&amp;tags=story&amp;hitsPerPage=30&amp;numericFilters=created_at_i%3E%3D1625097600%2Ccreated_at_i%3C%3D1635724799（2026-07-05T07:51:50+00:00）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ev-s-20260705-0376-33［news］https://hn.algolia.com/api/v1/search_by_date?query=DeepSeek+R1&amp;tags=story&amp;hitsPerPage=20&amp;numericFilters=created_at_i%3E%3D1737331200%2Ccreated_at_i%3C%3D1739231999（2026-07-05T07:51:50+00:00）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ev-s-20260705-0376-34［news］https://hn.algolia.com/api/v1/search_by_date?query=crypto&amp;tags=story&amp;hitsPerPage=20&amp;numericFilters=created_at_i%3E%3D1625097600%2Ccreated_at_i%3C%3D1635724799（2026-07-05T07:51:57+00:00）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ev-s-20260705-0376-35［news］https://hn.algolia.com/api/v1/search_by_date?query=Nvidia&amp;tags=story&amp;hitsPerPage=30&amp;numericFilters=created_at_i%3E%3D1710460800%2Ccreated_at_i%3C%3D1711929599（2026-07-05T07:51:57+00:00）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ev-s-20260705-0376-36［news］https://hn.algolia.com/api/v1/search_by_date?query=GTC&amp;tags=story&amp;hitsPerPage=30&amp;numericFilters=created_at_i%3E%3D1741996800%2Ccreated_at_i%3C%3D1743465599（2026-07-05T07:51:57+00:00）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ev-s-20260705-0376-37［news］https://hn.algolia.com/api/v1/search_by_date?query=DeepSeek&amp;tags=story&amp;hitsPerPage=30&amp;numericFilters=created_at_i%3E%3D1736899200%2Ccreated_at_i%3C%3D1738367999（2026-07-05T07:51:57+00:00）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ev-s-20260705-0376-38［news］https://hn.algolia.com/api/v1/search_by_date?query=Nvidia+GTC&amp;tags=story&amp;hitsPerPage=20&amp;numericFilters=created_at_i%3E%3D1742169600%2Ccreated_at_i%3C%3D1742687999（2026-07-05T07:52:06+00:00）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ev-s-20260705-0376-39［news］https://hn.algolia.com/api/v1/search_by_date?query=Blackwell&amp;tags=story&amp;hitsPerPage=20&amp;numericFilters=created_at_i%3E%3D1710720000%2Ccreated_at_i%3C%3D1711151999（2026-07-05T07:52:06+00:00）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ev-s-20260705-0376-40［news］https://hn.algolia.com/api/v1/search_by_date?query=DeepSeek+R1+release&amp;tags=story&amp;hitsPerPage=15&amp;numericFilters=created_at_i%3E%3D1737331200%2Ccreated_at_i%3C%3D1738108799（2026-07-05T07:52:07+00:00）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ev-s-20260705-0376-41［news］https://hn.algolia.com/api/v1/search_by_date?query=Nvidia&amp;tags=story&amp;hitsPerPage=30&amp;numericFilters=created_at_i%3E%3D1625097600%2Ccreated_at_i%3C%3D1635724799（2026-07-05T07:52:07+00:00）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ev-s-20260705-0376-42［news］https://hn.algolia.com/api/v1/search_by_date?query=GPU+shortage&amp;tags=story&amp;hitsPerPage=20&amp;numericFilters=created_at_i%3E%3D1625097600%2Ccreated_at_i%3C%3D1635724799（2026-07-05T07:52:15+00:00）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ev-s-20260705-0376-43［news］https://hn.algolia.com/api/v1/search_by_date?query=H200&amp;tags=story&amp;hitsPerPage=20&amp;numericFilters=created_at_i%3E%3D1714521600%2Ccreated_at_i%3C%3D1725148799（2026-07-05T07:52:16+00:00）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ev-s-20260705-0376-44［news］https://hn.algolia.com/api/v1/search_by_date?query=Rubin&amp;tags=story&amp;hitsPerPage=20&amp;numericFilters=created_at_i%3E%3D1714521600%2Ccreated_at_i%3C%3D1751327999（2026-07-05T07:52:16+00:00）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ev-s-20260705-0376-45［news］https://hn.algolia.com/api/v1/search_by_date?query=export+control&amp;tags=story&amp;hitsPerPage=20&amp;numericFilters=created_at_i%3E%3D1714521600%2Ccreated_at_i%3C%3D1767225599（2026-07-05T07:52:16+00:00）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ev-s-20260705-0376-46［news］https://hn.algolia.com/api/v1/search_by_date?query=Nvidia+stock+split&amp;tags=story&amp;hitsPerPage=20&amp;numericFilters=created_at_i%3E%3D1714521600%2Ccreated_at_i%3C%3D1722470399（2026-07-05T07:52:24+00:00）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ev-s-20260705-0376-47［news］https://hn.algolia.com/api/v1/search_by_date?query=Nvidia+earnings&amp;tags=story&amp;hitsPerPage=20&amp;numericFilters=created_at_i%3E%3D1714521600%2Ccreated_at_i%3C%3D1735689599（2026-07-05T07:52:24+00:00）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ev-s-20260705-0376-48［news］https://hn.algolia.com/api/v1/search_by_date?query=chip+ban&amp;tags=story&amp;hitsPerPage=20&amp;numericFilters=created_at_i%3E%3D1714521600%2Ccreated_at_i%3C%3D1751327999（2026-07-05T07:52:25+00:00）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ev-s-20260705-0376-49［news］https://hn.algolia.com/api/v1/search_by_date?query=Nvidia+H200&amp;tags=story&amp;hitsPerPage=20&amp;numericFilters=created_at_i%3E%3D1685577600%2Ccreated_at_i%3C%3D1719791999（2026-07-05T07:52:25+00:00）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ev-s-20260705-0376-50［news］https://hn.algolia.com/api/v1/search_by_date?query=Nvidia+mining&amp;tags=story&amp;hitsPerPage=20&amp;numericFilters=created_at_i%3E%3D1625097600%2Ccreated_at_i%3C%3D1635724799（2026-07-05T07:52:33+00:00）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ev-s-20260705-0376-51［news］https://hn.algolia.com/api/v1/search_by_date?query=Vera+Rubin&amp;tags=story&amp;hitsPerPage=20&amp;numericFilters=created_at_i%3E%3D1740787200%2Ccreated_at_i%3C%3D1751327999（2026-07-05T07:52:33+00:00）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ev-s-20260705-0376-52［news］https://hn.algolia.com/api/v1/search_by_date?query=metaverse&amp;tags=story&amp;hitsPerPage=20&amp;numericFilters=created_at_i%3E%3D1625097600%2Ccreated_at_i%3C%3D1635724799（2026-07-05T07:52:33+00:00）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ev-s-20260705-0376-53［news］https://hn.algolia.com/api/v1/search_by_date?query=Omniverse&amp;tags=story&amp;hitsPerPage=20&amp;numericFilters=created_at_i%3E%3D1625097600%2Ccreated_at_i%3C%3D1635724799（2026-07-05T07:52:38+00:00）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ev-s-20260705-0376-54［news］https://hn.algolia.com/api/v1/search_by_date?query=Nvidia+earnings+2025&amp;tags=story&amp;hitsPerPage=15&amp;numericFilters=created_at_i%3E%3D1735689600%2Ccreated_at_i%3C%3D1751327999（2026-07-05T07:52:45+00:00）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ev-s-20260705-0376-55［news］https://hn.algolia.com/api/v1/search_by_date?query=Nvidia+RTX+40&amp;tags=story&amp;hitsPerPage=15&amp;numericFilters=created_at_i%3E%3D1661990400%2Ccreated_at_i%3C%3D1669852799（2026-07-05T07:52:45+00:00）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ev-s-20260705-0376-56［news］https://hn.algolia.com/api/v1/search_by_date?query=DeepSeek+R1+January&amp;tags=story&amp;hitsPerPage=20&amp;numericFilters=created_at_i%3E%3D1737158400%2Ccreated_at_i%3C%3D1738454399（2026-07-05T07:52:45+00:00）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ev-s-20260705-0376-57［news］https://hn.algolia.com/api/v1/search_by_date?query=Nvidia+B20&amp;tags=story&amp;hitsPerPage=20&amp;numericFilters=created_at_i%3E%3D1704067200%2Ccreated_at_i%3C%3D1751327999（2026-07-05T07:52:46+00:00）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ev-s-20260705-0376-58［news］https://hn.algolia.com/api/v1/search_by_date?query=GB200+NVL72&amp;tags=story&amp;hitsPerPage=15&amp;numericFilters=created_at_i%3E%3D1709251200%2Ccreated_at_i%3C%3D1735689599（2026-07-05T07:52:53+00:00）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ev-s-20260705-0376-59［news］https://hn.algolia.com/api/v1/search_by_date?query=Llama+3&amp;tags=story&amp;hitsPerPage=15&amp;numericFilters=created_at_i%3E%3D1711929600%2Ccreated_at_i%3C%3D1722470399（2026-07-05T07:52:53+00:00）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ev-s-20260705-0376-60［news］https://hn.algolia.com/api/v1/search_by_date?query=GPT-4&amp;tags=story&amp;hitsPerPage=15&amp;numericFilters=created_at_i%3E%3D1677628800%2Ccreated_at_i%3C%3D1681603199（2026-07-05T07:52:53+00:00）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10984687" cy="7132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200" b="1">
                <a:solidFill>
                  <a:srgbClr val="1F2733"/>
                </a:solidFill>
                <a:latin typeface="Helvetica Neue"/>
                <a:ea typeface="PingFang SC"/>
              </a:rPr>
              <a:t>数据来源与溯源清单（续）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1188720"/>
            <a:ext cx="960120" cy="41148"/>
          </a:xfrm>
          <a:prstGeom prst="rect">
            <a:avLst/>
          </a:prstGeom>
          <a:solidFill>
            <a:srgbClr val="2A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71600"/>
            <a:ext cx="10984687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ev-s-20260705-0376-61［news］https://hn.algolia.com/api/v1/search_by_date?query=Nvidia+Q4+earnings&amp;tags=story&amp;hitsPerPage=10&amp;numericFilters=created_at_i%3E%3D1740009600%2Ccreated_at_i%3C%3D1741219199（2026-07-05T07:52:53+00:00）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ev-s-20260705-0376-62［news］https://hn.algolia.com/api/v1/search_by_date?query=Nvidia+market+cap&amp;tags=story&amp;hitsPerPage=15&amp;numericFilters=created_at_i%3E%3D1717200000%2Ccreated_at_i%3C%3D1719791999（2026-07-05T07:53:11+00:00）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ev-s-20260705-0376-63［news］https://hn.algolia.com/api/v1/search_by_date?query=Facebook+Meta&amp;tags=story&amp;hitsPerPage=10&amp;numericFilters=created_at_i%3E%3D1635120000%2Ccreated_at_i%3C%3D1636156799（2026-07-05T07:53:11+00:00）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ev-s-20260705-0376-64［news］https://hn.algolia.com/api/v1/search_by_date?query=Nvidia+DeepSeek+stock&amp;tags=story&amp;hitsPerPage=15&amp;numericFilters=created_at_i%3E%3D1737763200%2Ccreated_at_i%3C%3D1738799999（2026-07-05T07:53:11+00:00）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ev-s-20260705-0376-65［news］https://hn.algolia.com/api/v1/search_by_date?query=OpenAI+o1&amp;tags=story&amp;hitsPerPage=15&amp;numericFilters=created_at_i%3E%3D1725148800%2Ccreated_at_i%3C%3D1735689599（2026-07-05T07:53:11+00:00）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ev-s-20260705-0376-66［news］https://hn.algolia.com/api/v1/search_by_date?query=Nvidia+Spectrum&amp;tags=story&amp;hitsPerPage=10&amp;numericFilters=created_at_i%3E%3D1714521600%2Ccreated_at_i%3C%3D1751327999（2026-07-05T07:54:22+00:00）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ev-s-20260705-0376-67［news］https://hn.algolia.com/api/v1/search_by_date?query=Nvidia+Rubin&amp;tags=story&amp;hitsPerPage=15&amp;numericFilters=created_at_i%3E%3D1740787200%2Ccreated_at_i%3C%3D1751327999（2026-07-05T07:54:22+00:00）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ev-s-20260705-0376-68［news］https://hn.algolia.com/api/v1/search_by_date?query=GPT-4o&amp;tags=story&amp;hitsPerPage=15&amp;numericFilters=created_at_i%3E%3D1714521600%2Ccreated_at_i%3C%3D1718495999（2026-07-05T07:54:22+00:00）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ev-s-20260705-0376-69［news］https://hn.algolia.com/api/v1/search_by_date?query=Llama+4&amp;tags=story&amp;hitsPerPage=15&amp;numericFilters=created_at_i%3E%3D1743465600%2Ccreated_at_i%3C%3D1751327999（2026-07-05T07:54:27+00:00）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ev-s-20260705-0376-70［news］https://hn.algolia.com/api/v1/search_by_date?query=OpenAI+o3&amp;tags=story&amp;hitsPerPage=10&amp;numericFilters=created_at_i%3E%3D1734220800%2Ccreated_at_i%3C%3D1736985599（2026-07-05T07:54:44+00:00）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ev-s-20260705-0376-71［news］https://hn.algolia.com/api/v1/search_by_date?query=Nvidia+GB300&amp;tags=story&amp;hitsPerPage=10&amp;numericFilters=created_at_i%3E%3D1733011200%2Ccreated_at_i%3C%3D1751327999（2026-07-05T07:54:44+00:00）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B6B81"/>
                </a:solidFill>
                <a:latin typeface="Helvetica Neue"/>
                <a:ea typeface="PingFang SC"/>
              </a:rPr>
              <a:t>ev-s-20260705-0376-72［news］https://hn.algolia.com/api/v1/search_by_date?query=Claude+3.5&amp;tags=story&amp;hitsPerPage=10&amp;numericFilters=created_at_i%3E%3D1717200000%2Ccreated_at_i%3C%3D1722470399（2026-07-05T07:54:44+00:00）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39551" y="6455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B81"/>
                </a:solidFill>
                <a:latin typeface="Helvetica Neue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NVDA：AI叙事是五年行情的核心定价锚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