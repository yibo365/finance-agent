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黄金是更一致的避险资产；比特币仅在特定危机中展现类避险属性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2021.07–2026.07 五年回测对比 · GC=F vs BTC-USD · 结论先行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评估框架：避险与抗通胀双维度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溯源：ev-s-20260705-745a-1、ev-s-20260705-745a-39  ｜  框架说明：从地缘危机反应、金融系统性危机反应、通胀对冲有效性、宏观紧缩耐受度四个子维度评估两资产避险特征。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黄金：系统性避险首选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地缘危机中一致上涨：俄乌冲突 rally +15.8%、中东危机、关税冲击均推动黄金创新高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银行业危机(SVB/瑞信)期间避险逻辑清晰，黄金突破$2000，与BTC方向一致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波动率远低于BTC，五年最大回撤约17%，在加息周期中回撤可控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抗通胀属性在2022年高通胀期受加息节奏压制，但宽松周期中重新确立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溯源：ev-s-20260705-745a-3、ev-s-20260705-745a-11、ev-s-20260705-745a-26、ev-s-20260705-745a-10、ev-s-20260705-745a-21  ｜  黄金变化点数据来源：ev-s-20260705-745a-3，共40个变化点。事件对齐来源：mat-events-1与mat-alignment-1。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比特币：避险属性取决于危机性质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银行业危机(SVB/瑞信)中表现类避险：BTC rally +19.9%，与黄金方向一致，但驱动来自流动性宽松预期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地缘危机中先跌后涨：俄乌冲突初期 BTC drawdown -16.8%，随后反弹 +16.5%——时序上不如黄金稳定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宏观紧缩周期中与风险资产高度同步下跌（2022年），与传统避险特征背离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行业内生危机(FTX)中暴跌 -10.01%，不受黄金避险逻辑保护——这是结构性弱点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2024年后制度性升级(ETF获批/战略储备法案)可能改变资产属性，但样本过短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溯源：ev-s-20260705-745a-2、ev-s-20260705-745a-6、ev-s-20260705-745a-22、ev-s-20260705-745a-11、ev-s-20260705-745a-4、ev-s-20260705-745a-9、ev-s-20260705-745a-33  ｜  BTC变化点数据来源：ev-s-20260705-745a-2，共40个变化点。BTC rally/drawdown幅度来自规则触发窗口。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黄金 vs 比特币：多维对比矩阵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951"/>
                <a:gridCol w="2554578"/>
                <a:gridCol w="2554578"/>
                <a:gridCol w="255457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维度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黄金 (GC=F)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比特币 (BTC-USD)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评判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地缘危机反应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一致上涨，幅度10-15%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先跌后涨，波动20%+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黄金更可靠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银行业危机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上涨，避险逻辑清晰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上涨，逻辑为宽松预期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方向一致，驱动不同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通胀对冲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长期有效，短期受加息压制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无系统性证据，2022年跟随风险资产下跌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黄金有历史证据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宏观紧缩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承压但回撤可控(~17%)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大幅下跌，与风险资产同步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黄金更抗跌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年化波动率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约15-18%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约60-80%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黄金远低于BTC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五年最大回撤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约17%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约77%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黄金回撤极小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制度成熟度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数千年历史/央行储备资产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16年历史/ETF仅2年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黄金成熟得多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溯源：ev-s-20260705-745a-1、ev-s-20260705-745a-2、ev-s-20260705-745a-3、ev-s-20260705-745a-39  ｜  波动率与最大回撤为五年区间近似值，精确数值见xlsx回测底稿。评判基于定性+定量综合判断。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关键压力事件：双资产反应对照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314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4357"/>
                <a:gridCol w="2072582"/>
                <a:gridCol w="2072582"/>
                <a:gridCol w="2072582"/>
                <a:gridCol w="20725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事件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日期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黄金反应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BTC反应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分歧/一致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俄乌冲突爆发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2022-02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Rally +15.8%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Drawdown -16.8%→Rally +16.5%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时序分歧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CPI创40年新高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2022-07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短暂上涨后回落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先涨后跌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短期一致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FTX崩盘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2022-11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Accel +3.16%(避险流入)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Accel -10.01%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严重分歧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SVB/瑞信倒闭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2023-03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上涨创新高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Rally +19.9%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一致避险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BTC ETF获批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2024-01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无显著反应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Drawdown -15.9%(利好兑现)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弱相关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对等关税冲击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2025-04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创新高后短暂回调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跟随风险资产下跌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分歧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BTC跌破$60k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2026-06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同步Accel -3.10%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行业内生下跌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偶然同步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溯源：ev-s-20260705-745a-11、ev-s-20260705-745a-19、ev-s-20260705-745a-4、ev-s-20260705-745a-6、ev-s-20260705-745a-21、ev-s-20260705-745a-9、ev-s-20260705-745a-10、ev-s-20260705-745a-33  ｜  反应数据来自变化点规则触发窗口与事件对齐矩阵(mat-alignment-1)。match=14, partial=22, none=44。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适用边界与反例条件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黄金在央行同步紧缩+强美元环境下短期失效（2022H2 $1650），但回撤可控且随后恢复上行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BTC在行业内生危机(FTX类)中不具备系统性避险功能，不可替代黄金配置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BTC若继续制度深化(ETF/储备/监管)，5-10年后避险属性需重新评估——当前证据不足以将其列为可靠避险资产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本分析基于五年回测，无法覆盖百年级尾部风险——黄金的历史长度是结构性优势，BTC尚无跨越完整信用周期的记录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溯源：ev-s-20260705-745a-3、ev-s-20260705-745a-4、ev-s-20260705-745a-9、ev-s-20260705-745a-33  ｜  边界条件判断综合了变化点对齐中44个none条目反映的归因缺口，尤其BTC在2024年8月-20.9%回撤无事件解释。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数据与方法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溯源：ev-s-20260705-745a-1、ev-s-20260705-745a-39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数据来源与局限性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行情数据: Yahoo Finance GC=F(1257行) / BTC-USD(1826行)，覆盖2021-07至2026-07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变化点算法: 规则驱动——σ偏离、回归斜率、回撤确认，min_severity=2过滤后各取前40个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事件对齐: 29个宏观/行业事件人工标注，算法匹配结果 match=14 / partial=22 / none=44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局限: 2024年8月BTC -20.9%回撤无对应事件；2026年Q1黄金极端accel_down(-11.37%)事件缺失；2021年事件覆盖不足；部分BTC行业事件与黄金对齐逻辑牵强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溯源：ev-s-20260705-745a-1、ev-s-20260705-745a-2、ev-s-20260705-745a-3、ev-s-20260705-745a-39  ｜  完整溯源清单见末页。详细回测数据见xlsx-backtest产物。建议上游补充2024年8月日元套息交易平仓事件及2026Q1黄金极端行情相关事件。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ev-s-20260705-745a-1［market_data］https://query2.finance.yahoo.com/v8/finance/chart/GC=F?period1=1625443200&amp;period2=1783296000&amp;interval=1d&amp;events=history（2026-07-05T08:16:06+00:00）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ev-s-20260705-745a-2［computation］evidence:ev-s-20260705-745a-39（2026-07-05T08:16:14+00:00）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ev-s-20260705-745a-3［computation］evidence:ev-s-20260705-745a-1（2026-07-05T08:16:14+00:00）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ev-s-20260705-745a-4［search］https://tokentax.co/blog/ftx-collapse（2026-07-05T08:18:20+00:00）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ev-s-20260705-745a-5［search］https://www.history.com/this-day-in-history/november-30/chatgpt-released-openai（2026-07-05T08:18:21+00:00）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ev-s-20260705-745a-6［search］https://en.wikipedia.org/wiki/Collapse_of_Silicon_Valley_Bank（2026-07-05T08:18:21+00:00）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ev-s-20260705-745a-7［search］https://en.wikipedia.org/wiki/DeepSeek（2026-07-05T08:18:29+00:00）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ev-s-20260705-745a-8［search］https://www.lseg.com/en/ftse-russell/research/bitcoin-halving（2026-07-05T08:18:36+00:00）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ev-s-20260705-745a-9［search］https://bitbo.io/calendar/etfs（2026-07-05T08:18:37+00:00）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ev-s-20260705-745a-10［search］https://www.klgates.com/President-Trump-Announces-Reciprocal-Tariffs-Beginning-5-April-2025-4-2-2025（2026-07-05T08:18:37+00:00）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ev-s-20260705-745a-11［search］https://www.huri.harvard.edu/russo-ukrainian-war（2026-07-05T08:18:37+00:00）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ev-s-20260705-745a-12［news］https://hn.algolia.com/api/v1/search_by_date?query=inflation&amp;tags=story&amp;hitsPerPage=30&amp;numericFilters=created_at_i%3E%3D1626480000%2Ccreated_at_i%3C%3D1640303999（2026-07-05T08:19:20+00:00）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ev-s-20260705-745a-13［news］https://hn.algolia.com/api/v1/search_by_date?query=gold&amp;tags=story&amp;hitsPerPage=30&amp;numericFilters=created_at_i%3E%3D1626480000%2Ccreated_at_i%3C%3D1640303999（2026-07-05T08:19:20+00:00）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ev-s-20260705-745a-14［news］https://hn.algolia.com/api/v1/search_by_date?query=bitcoin&amp;tags=story&amp;hitsPerPage=30&amp;numericFilters=created_at_i%3E%3D1626480000%2Ccreated_at_i%3C%3D1640303999（2026-07-05T08:19:20+00:00）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ev-s-20260705-745a-15［news］https://hn.algolia.com/api/v1/search_by_date?query=russia&amp;tags=story&amp;hitsPerPage=30&amp;numericFilters=created_at_i%3E%3D1641945600%2Ccreated_at_i%3C%3D1650326399（2026-07-05T08:19:28+00:00）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ev-s-20260705-745a-16［news］https://hn.algolia.com/api/v1/search_by_date?query=bitcoin&amp;tags=story&amp;hitsPerPage=30&amp;numericFilters=created_at_i%3E%3D1641945600%2Ccreated_at_i%3C%3D1650326399（2026-07-05T08:19:28+00:00）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ev-s-20260705-745a-17［news］https://hn.algolia.com/api/v1/search_by_date?query=fed&amp;tags=story&amp;hitsPerPage=30&amp;numericFilters=created_at_i%3E%3D1641945600%2Ccreated_at_i%3C%3D1650326399（2026-07-05T08:19:29+00:00）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ev-s-20260705-745a-18［news］https://hn.algolia.com/api/v1/search_by_date?query=bitcoin&amp;tags=story&amp;hitsPerPage=30&amp;numericFilters=created_at_i%3E%3D1656892800%2Ccreated_at_i%3C%3D1665014399（2026-07-05T08:19:47+00:00）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ev-s-20260705-745a-19［news］https://hn.algolia.com/api/v1/search_by_date?query=rate+hike&amp;tags=story&amp;hitsPerPage=30&amp;numericFilters=created_at_i%3E%3D1656892800%2Ccreated_at_i%3C%3D1665014399（2026-07-05T08:19:47+00:00）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ev-s-20260705-745a-20［news］https://hn.algolia.com/api/v1/search_by_date?query=cpi&amp;tags=story&amp;hitsPerPage=30&amp;numericFilters=created_at_i%3E%3D1656892800%2Ccreated_at_i%3C%3D1665014399（2026-07-05T08:19:47+00:00）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ev-s-20260705-745a-21［news］https://hn.algolia.com/api/v1/search_by_date?query=credit+suisse&amp;tags=story&amp;hitsPerPage=30&amp;numericFilters=created_at_i%3E%3D1672617600%2Ccreated_at_i%3C%3D1680047999（2026-07-05T08:20:07+00:00）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ev-s-20260705-745a-22［news］https://hn.algolia.com/api/v1/search_by_date?query=SVB&amp;tags=story&amp;hitsPerPage=30&amp;numericFilters=created_at_i%3E%3D1672617600%2Ccreated_at_i%3C%3D1680047999（2026-07-05T08:20:07+00:00）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ev-s-20260705-745a-23［news］https://hn.algolia.com/api/v1/search_by_date?query=FTX&amp;tags=story&amp;hitsPerPage=30&amp;numericFilters=created_at_i%3E%3D1666915200%2Ccreated_at_i%3C%3D1670543999（2026-07-05T08:20:07+00:00）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ev-s-20260705-745a-24［news］https://hn.algolia.com/api/v1/search_by_date?query=blackrock&amp;tags=story&amp;hitsPerPage=30&amp;numericFilters=created_at_i%3E%3D1683590400%2Ccreated_at_i%3C%3D1702339199（2026-07-05T08:20:27+00:00）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ev-s-20260705-745a-25［news］https://hn.algolia.com/api/v1/search_by_date?query=debt+ceiling&amp;tags=story&amp;hitsPerPage=30&amp;numericFilters=created_at_i%3E%3D1683590400%2Ccreated_at_i%3C%3D1702339199（2026-07-05T08:20:27+00:00）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ev-s-20260705-745a-26［news］https://hn.algolia.com/api/v1/search_by_date?query=gold&amp;tags=story&amp;hitsPerPage=30&amp;numericFilters=created_at_i%3E%3D1683590400%2Ccreated_at_i%3C%3D1702339199（2026-07-05T08:20:27+00:00）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ev-s-20260705-745a-27［news］https://hn.algolia.com/api/v1/search_by_date?query=rate+cut&amp;tags=story&amp;hitsPerPage=30&amp;numericFilters=created_at_i%3E%3D1717113600%2Ccreated_at_i%3C%3D1727395199（2026-07-05T08:20:49+00:00）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ev-s-20260705-745a-28［news］https://hn.algolia.com/api/v1/search_by_date?query=gold&amp;tags=story&amp;hitsPerPage=30&amp;numericFilters=created_at_i%3E%3D1717113600%2Ccreated_at_i%3C%3D1727395199（2026-07-05T08:20:49+00:00）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ev-s-20260705-745a-29［news］https://hn.algolia.com/api/v1/search_by_date?query=ETF&amp;tags=story&amp;hitsPerPage=30&amp;numericFilters=created_at_i%3E%3D1705276800%2Ccreated_at_i%3C%3D1717113599（2026-07-05T08:20:49+00:00）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ev-s-20260705-745a-30［news］https://hn.algolia.com/api/v1/search_by_date?query=tariff&amp;tags=story&amp;hitsPerPage=30&amp;numericFilters=created_at_i%3E%3D1730246400%2Ccreated_at_i%3C%3D1744329599（2026-07-05T08:21:08+00:00）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ev-s-20260705-745a-31［news］https://hn.algolia.com/api/v1/search_by_date?query=trump&amp;tags=story&amp;hitsPerPage=30&amp;numericFilters=created_at_i%3E%3D1730246400%2Ccreated_at_i%3C%3D1744329599（2026-07-05T08:21:08+00:00）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ev-s-20260705-745a-32［news］https://hn.algolia.com/api/v1/search_by_date?query=deepseek&amp;tags=story&amp;hitsPerPage=30&amp;numericFilters=created_at_i%3E%3D1730246400%2Ccreated_at_i%3C%3D1744329599（2026-07-05T08:21:08+00:00）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ev-s-20260705-745a-33［news］https://hn.algolia.com/api/v1/search_by_date?query=bitcoin&amp;tags=story&amp;hitsPerPage=30&amp;numericFilters=created_at_i%3E%3D1753401600%2Ccreated_at_i%3C%3D1781308799（2026-07-05T08:21:40+00:00）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ev-s-20260705-745a-34［news］https://hn.algolia.com/api/v1/search_by_date?query=gold&amp;tags=story&amp;hitsPerPage=30&amp;numericFilters=created_at_i%3E%3D1753401600%2Ccreated_at_i%3C%3D1781308799（2026-07-05T08:21:40+00:00）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ev-s-20260705-745a-35［news］https://hn.algolia.com/api/v1/search_by_date?query=fed&amp;tags=story&amp;hitsPerPage=30&amp;numericFilters=created_at_i%3E%3D1753401600%2Ccreated_at_i%3C%3D1781308799（2026-07-05T08:21:40+00:00）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ev-s-20260705-745a-36［search］https://www.chards.co.uk/guides/brics-summit-2023-is-the-gold-backed-digital-currency-coming/1198（2026-07-05T08:22:01+00:00）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ev-s-20260705-745a-37［search］https://www.forbes.com/sites/garthfriesen/2025/03/15/gold-price-hits-record-3000-whats-driving-the-rally（2026-07-05T08:22:01+00:00）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ev-s-20260705-745a-38［search］https://www.nytimes.com/2021/09/24/business/china-cryptocurrency-bitcoin.html（2026-07-05T08:22:01+00:00）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ev-s-20260705-745a-39［market_data］https://query2.finance.yahoo.com/v8/finance/chart/BTC-USD?period1=1625443200&amp;period2=1783296000&amp;interval=1d&amp;events=history（2026-07-05T08:16:06+00:00）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黄金与比特币避险/抗通胀比较分析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